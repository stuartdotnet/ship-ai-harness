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16" r:id="rId1"/>
  </p:sldMasterIdLst>
  <p:notesMasterIdLst>
    <p:notesMasterId r:id="rId4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1" r:id="rId16"/>
    <p:sldId id="272" r:id="rId17"/>
    <p:sldId id="273" r:id="rId18"/>
    <p:sldId id="275" r:id="rId19"/>
    <p:sldId id="276" r:id="rId20"/>
    <p:sldId id="277" r:id="rId21"/>
    <p:sldId id="278" r:id="rId22"/>
    <p:sldId id="279" r:id="rId23"/>
    <p:sldId id="280" r:id="rId24"/>
    <p:sldId id="281" r:id="rId25"/>
    <p:sldId id="282" r:id="rId26"/>
    <p:sldId id="283" r:id="rId27"/>
    <p:sldId id="284" r:id="rId28"/>
    <p:sldId id="285" r:id="rId29"/>
    <p:sldId id="286" r:id="rId30"/>
    <p:sldId id="287" r:id="rId31"/>
    <p:sldId id="288" r:id="rId32"/>
    <p:sldId id="289" r:id="rId33"/>
    <p:sldId id="290" r:id="rId34"/>
    <p:sldId id="297" r:id="rId35"/>
    <p:sldId id="291" r:id="rId36"/>
    <p:sldId id="292" r:id="rId37"/>
    <p:sldId id="293" r:id="rId38"/>
    <p:sldId id="294" r:id="rId39"/>
    <p:sldId id="295" r:id="rId40"/>
    <p:sldId id="296" r:id="rId4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6CD3734-7415-4A43-89AF-C57C1D16FBCE}" v="9" dt="2026-09-21T12:04:08.73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77812" autoAdjust="0"/>
  </p:normalViewPr>
  <p:slideViewPr>
    <p:cSldViewPr snapToGrid="0" snapToObjects="1">
      <p:cViewPr varScale="1">
        <p:scale>
          <a:sx n="68" d="100"/>
          <a:sy n="68" d="100"/>
        </p:scale>
        <p:origin x="987" y="5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notesMaster" Target="notesMasters/notesMaster1.xml"/><Relationship Id="rId47" Type="http://schemas.microsoft.com/office/2016/11/relationships/changesInfo" Target="changesInfos/changesInfo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presProps" Target="presProps.xml"/><Relationship Id="rId48" Type="http://schemas.microsoft.com/office/2015/10/relationships/revisionInfo" Target="revisionInfo.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tuart Dobson" userId="ca417e9281119eb8" providerId="LiveId" clId="{67F07704-32B0-4398-B316-5B2FB64D07E9}"/>
    <pc:docChg chg="undo custSel addSld delSld modSld">
      <pc:chgData name="Stuart Dobson" userId="ca417e9281119eb8" providerId="LiveId" clId="{67F07704-32B0-4398-B316-5B2FB64D07E9}" dt="2026-09-23T07:15:01.376" v="469" actId="6549"/>
      <pc:docMkLst>
        <pc:docMk/>
      </pc:docMkLst>
      <pc:sldChg chg="modNotesTx">
        <pc:chgData name="Stuart Dobson" userId="ca417e9281119eb8" providerId="LiveId" clId="{67F07704-32B0-4398-B316-5B2FB64D07E9}" dt="2026-09-23T07:15:01.376" v="469" actId="6549"/>
        <pc:sldMkLst>
          <pc:docMk/>
          <pc:sldMk cId="0" sldId="256"/>
        </pc:sldMkLst>
      </pc:sldChg>
      <pc:sldChg chg="modSp mod modNotesTx">
        <pc:chgData name="Stuart Dobson" userId="ca417e9281119eb8" providerId="LiveId" clId="{67F07704-32B0-4398-B316-5B2FB64D07E9}" dt="2026-09-22T07:51:48.682" v="467" actId="20577"/>
        <pc:sldMkLst>
          <pc:docMk/>
          <pc:sldMk cId="0" sldId="257"/>
        </pc:sldMkLst>
        <pc:spChg chg="mod">
          <ac:chgData name="Stuart Dobson" userId="ca417e9281119eb8" providerId="LiveId" clId="{67F07704-32B0-4398-B316-5B2FB64D07E9}" dt="2026-09-21T12:06:44.721" v="313" actId="20577"/>
          <ac:spMkLst>
            <pc:docMk/>
            <pc:sldMk cId="0" sldId="257"/>
            <ac:spMk id="3" creationId="{00000000-0000-0000-0000-000000000000}"/>
          </ac:spMkLst>
        </pc:spChg>
        <pc:spChg chg="mod">
          <ac:chgData name="Stuart Dobson" userId="ca417e9281119eb8" providerId="LiveId" clId="{67F07704-32B0-4398-B316-5B2FB64D07E9}" dt="2026-09-22T07:47:23.834" v="375" actId="20577"/>
          <ac:spMkLst>
            <pc:docMk/>
            <pc:sldMk cId="0" sldId="257"/>
            <ac:spMk id="4" creationId="{00000000-0000-0000-0000-000000000000}"/>
          </ac:spMkLst>
        </pc:spChg>
      </pc:sldChg>
      <pc:sldChg chg="modSp mod">
        <pc:chgData name="Stuart Dobson" userId="ca417e9281119eb8" providerId="LiveId" clId="{67F07704-32B0-4398-B316-5B2FB64D07E9}" dt="2026-09-21T12:07:02.691" v="316" actId="20577"/>
        <pc:sldMkLst>
          <pc:docMk/>
          <pc:sldMk cId="0" sldId="262"/>
        </pc:sldMkLst>
        <pc:spChg chg="mod">
          <ac:chgData name="Stuart Dobson" userId="ca417e9281119eb8" providerId="LiveId" clId="{67F07704-32B0-4398-B316-5B2FB64D07E9}" dt="2026-09-21T12:07:02.691" v="316" actId="20577"/>
          <ac:spMkLst>
            <pc:docMk/>
            <pc:sldMk cId="0" sldId="262"/>
            <ac:spMk id="3" creationId="{00000000-0000-0000-0000-000000000000}"/>
          </ac:spMkLst>
        </pc:spChg>
      </pc:sldChg>
      <pc:sldChg chg="modSp mod">
        <pc:chgData name="Stuart Dobson" userId="ca417e9281119eb8" providerId="LiveId" clId="{67F07704-32B0-4398-B316-5B2FB64D07E9}" dt="2026-09-21T12:07:37.374" v="332" actId="20577"/>
        <pc:sldMkLst>
          <pc:docMk/>
          <pc:sldMk cId="0" sldId="263"/>
        </pc:sldMkLst>
        <pc:spChg chg="mod">
          <ac:chgData name="Stuart Dobson" userId="ca417e9281119eb8" providerId="LiveId" clId="{67F07704-32B0-4398-B316-5B2FB64D07E9}" dt="2026-09-21T12:07:37.374" v="332" actId="20577"/>
          <ac:spMkLst>
            <pc:docMk/>
            <pc:sldMk cId="0" sldId="263"/>
            <ac:spMk id="4" creationId="{00000000-0000-0000-0000-000000000000}"/>
          </ac:spMkLst>
        </pc:spChg>
      </pc:sldChg>
      <pc:sldChg chg="modSp mod">
        <pc:chgData name="Stuart Dobson" userId="ca417e9281119eb8" providerId="LiveId" clId="{67F07704-32B0-4398-B316-5B2FB64D07E9}" dt="2026-09-21T11:50:50.799" v="207" actId="20577"/>
        <pc:sldMkLst>
          <pc:docMk/>
          <pc:sldMk cId="0" sldId="291"/>
        </pc:sldMkLst>
        <pc:spChg chg="mod">
          <ac:chgData name="Stuart Dobson" userId="ca417e9281119eb8" providerId="LiveId" clId="{67F07704-32B0-4398-B316-5B2FB64D07E9}" dt="2026-09-21T11:50:50.799" v="207" actId="20577"/>
          <ac:spMkLst>
            <pc:docMk/>
            <pc:sldMk cId="0" sldId="291"/>
            <ac:spMk id="2" creationId="{00000000-0000-0000-0000-000000000000}"/>
          </ac:spMkLst>
        </pc:spChg>
      </pc:sldChg>
      <pc:sldChg chg="modSp mod">
        <pc:chgData name="Stuart Dobson" userId="ca417e9281119eb8" providerId="LiveId" clId="{67F07704-32B0-4398-B316-5B2FB64D07E9}" dt="2026-09-21T11:56:41.117" v="251" actId="2711"/>
        <pc:sldMkLst>
          <pc:docMk/>
          <pc:sldMk cId="0" sldId="293"/>
        </pc:sldMkLst>
        <pc:spChg chg="mod">
          <ac:chgData name="Stuart Dobson" userId="ca417e9281119eb8" providerId="LiveId" clId="{67F07704-32B0-4398-B316-5B2FB64D07E9}" dt="2026-09-21T11:55:59.929" v="237" actId="20577"/>
          <ac:spMkLst>
            <pc:docMk/>
            <pc:sldMk cId="0" sldId="293"/>
            <ac:spMk id="6" creationId="{00000000-0000-0000-0000-000000000000}"/>
          </ac:spMkLst>
        </pc:spChg>
        <pc:spChg chg="mod">
          <ac:chgData name="Stuart Dobson" userId="ca417e9281119eb8" providerId="LiveId" clId="{67F07704-32B0-4398-B316-5B2FB64D07E9}" dt="2026-09-21T11:56:41.117" v="251" actId="2711"/>
          <ac:spMkLst>
            <pc:docMk/>
            <pc:sldMk cId="0" sldId="293"/>
            <ac:spMk id="8" creationId="{00000000-0000-0000-0000-000000000000}"/>
          </ac:spMkLst>
        </pc:spChg>
      </pc:sldChg>
      <pc:sldChg chg="modSp mod">
        <pc:chgData name="Stuart Dobson" userId="ca417e9281119eb8" providerId="LiveId" clId="{67F07704-32B0-4398-B316-5B2FB64D07E9}" dt="2026-09-21T12:02:37.642" v="273" actId="20577"/>
        <pc:sldMkLst>
          <pc:docMk/>
          <pc:sldMk cId="0" sldId="294"/>
        </pc:sldMkLst>
        <pc:spChg chg="mod">
          <ac:chgData name="Stuart Dobson" userId="ca417e9281119eb8" providerId="LiveId" clId="{67F07704-32B0-4398-B316-5B2FB64D07E9}" dt="2026-09-21T12:02:37.642" v="273" actId="20577"/>
          <ac:spMkLst>
            <pc:docMk/>
            <pc:sldMk cId="0" sldId="294"/>
            <ac:spMk id="3" creationId="{00000000-0000-0000-0000-000000000000}"/>
          </ac:spMkLst>
        </pc:spChg>
        <pc:spChg chg="mod">
          <ac:chgData name="Stuart Dobson" userId="ca417e9281119eb8" providerId="LiveId" clId="{67F07704-32B0-4398-B316-5B2FB64D07E9}" dt="2026-09-21T12:02:27.174" v="269" actId="20577"/>
          <ac:spMkLst>
            <pc:docMk/>
            <pc:sldMk cId="0" sldId="294"/>
            <ac:spMk id="4" creationId="{00000000-0000-0000-0000-000000000000}"/>
          </ac:spMkLst>
        </pc:spChg>
      </pc:sldChg>
      <pc:sldChg chg="modSp mod">
        <pc:chgData name="Stuart Dobson" userId="ca417e9281119eb8" providerId="LiveId" clId="{67F07704-32B0-4398-B316-5B2FB64D07E9}" dt="2026-09-21T11:57:10.961" v="258" actId="20577"/>
        <pc:sldMkLst>
          <pc:docMk/>
          <pc:sldMk cId="0" sldId="295"/>
        </pc:sldMkLst>
        <pc:spChg chg="mod">
          <ac:chgData name="Stuart Dobson" userId="ca417e9281119eb8" providerId="LiveId" clId="{67F07704-32B0-4398-B316-5B2FB64D07E9}" dt="2026-09-21T11:57:10.961" v="258" actId="20577"/>
          <ac:spMkLst>
            <pc:docMk/>
            <pc:sldMk cId="0" sldId="295"/>
            <ac:spMk id="3" creationId="{00000000-0000-0000-0000-000000000000}"/>
          </ac:spMkLst>
        </pc:spChg>
      </pc:sldChg>
      <pc:sldChg chg="addSp modSp mod">
        <pc:chgData name="Stuart Dobson" userId="ca417e9281119eb8" providerId="LiveId" clId="{67F07704-32B0-4398-B316-5B2FB64D07E9}" dt="2026-09-21T12:05:28.890" v="306" actId="13926"/>
        <pc:sldMkLst>
          <pc:docMk/>
          <pc:sldMk cId="0" sldId="296"/>
        </pc:sldMkLst>
        <pc:spChg chg="mod">
          <ac:chgData name="Stuart Dobson" userId="ca417e9281119eb8" providerId="LiveId" clId="{67F07704-32B0-4398-B316-5B2FB64D07E9}" dt="2026-09-21T12:05:28.890" v="306" actId="13926"/>
          <ac:spMkLst>
            <pc:docMk/>
            <pc:sldMk cId="0" sldId="296"/>
            <ac:spMk id="4" creationId="{00000000-0000-0000-0000-000000000000}"/>
          </ac:spMkLst>
        </pc:spChg>
        <pc:spChg chg="add mod">
          <ac:chgData name="Stuart Dobson" userId="ca417e9281119eb8" providerId="LiveId" clId="{67F07704-32B0-4398-B316-5B2FB64D07E9}" dt="2026-09-21T12:04:29.476" v="297" actId="1076"/>
          <ac:spMkLst>
            <pc:docMk/>
            <pc:sldMk cId="0" sldId="296"/>
            <ac:spMk id="7" creationId="{15DDF96F-7499-C737-488C-22532184DBD1}"/>
          </ac:spMkLst>
        </pc:spChg>
      </pc:sldChg>
      <pc:sldChg chg="addSp delSp modSp add mod setBg">
        <pc:chgData name="Stuart Dobson" userId="ca417e9281119eb8" providerId="LiveId" clId="{67F07704-32B0-4398-B316-5B2FB64D07E9}" dt="2026-09-21T11:50:16.736" v="204"/>
        <pc:sldMkLst>
          <pc:docMk/>
          <pc:sldMk cId="1006212328" sldId="297"/>
        </pc:sldMkLst>
        <pc:spChg chg="mod">
          <ac:chgData name="Stuart Dobson" userId="ca417e9281119eb8" providerId="LiveId" clId="{67F07704-32B0-4398-B316-5B2FB64D07E9}" dt="2026-09-21T11:50:10.937" v="198" actId="20577"/>
          <ac:spMkLst>
            <pc:docMk/>
            <pc:sldMk cId="1006212328" sldId="297"/>
            <ac:spMk id="3" creationId="{5C4A47D1-B595-E0AB-C255-EB86689BB154}"/>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26892286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Open: 'I built a starship AI on the Microsoft agent harness. It is genuinely good at its job. It also spent two weeks telling me it was cooling a reactor it cannot touch.'</a:t>
            </a:r>
          </a:p>
          <a:p>
            <a:endParaRPr dirty="0"/>
          </a:p>
          <a:p>
            <a:r>
              <a:rPr dirty="0"/>
              <a:t>'Two halves tonight. First half: the code — how you actually stand one of these up, and what the framework does for you. Second half: the two failures that changed how I design them.'</a:t>
            </a:r>
          </a:p>
          <a:p>
            <a:endParaRPr dirty="0"/>
          </a:p>
          <a:p>
            <a:r>
              <a:rPr dirty="0"/>
              <a:t>Housekeeping: two live demos, repo link at the end, questions at the end.</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AU" dirty="0"/>
              <a:t>23 years .NET, this is not a deep dive into the MAF </a:t>
            </a:r>
            <a:r>
              <a:rPr lang="en-AU"/>
              <a:t>or Harnesses</a:t>
            </a:r>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the captain's HUD. Walk it, top to bottom, about forty seconds.</a:t>
            </a:r>
          </a:p>
          <a:p>
            <a:endParaRPr/>
          </a:p>
          <a:p>
            <a:r>
              <a:t>'Hull 86. Reactor heat 30 — that climbs if you over-allocate power. Power: 88% of the reactor spoken for across five systems, so there is 12% spare and every decision costs something. Six pressurised compartments. Section C is venting — 70 and falling thirty a turn.'</a:t>
            </a:r>
          </a:p>
          <a:p>
            <a:endParaRPr/>
          </a:p>
          <a:p>
            <a:r>
              <a:t>'And the crew. Eight of them, they have names, and they are standing somewhere. Tanaka, Halloran, Bhatt are in Section C. REMEMBER THOSE THREE.'</a:t>
            </a:r>
          </a:p>
          <a:p>
            <a:endParaRPr/>
          </a:p>
          <a:p>
            <a:r>
              <a:t>'One contact on the plot. We will meet her in a minute.'</a:t>
            </a:r>
          </a:p>
          <a:p>
            <a:endParaRPr/>
          </a:p>
          <a:p>
            <a:r>
              <a:t>Do NOT explain the architecture yet. This is the world; the code is act two.</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Be honest about why the domain is silly — it is a deliberate choice, not a gimmick.</a:t>
            </a:r>
          </a:p>
          <a:p>
            <a:endParaRPr/>
          </a:p>
          <a:p>
            <a:r>
              <a:t>I needed a domain where the world moves on its own, where refusing tells you something, where the blast radius of different actions is genuinely different, and where I can run the same thing twice and get the same answer.</a:t>
            </a:r>
          </a:p>
          <a:p>
            <a:endParaRPr/>
          </a:p>
          <a:p>
            <a:r>
              <a:t>The first bullet matters most — it is the second failure in this talk, and every business agent has it too. Your ticket got reassigned. Your invoice got paid. The agent does not know.</a:t>
            </a:r>
          </a:p>
          <a:p>
            <a:endParaRPr/>
          </a:p>
          <a:p>
            <a:r>
              <a:t>Land the last line, then move.</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DEMO 1 — four minutes, three orders, then stop.</a:t>
            </a:r>
          </a:p>
          <a:p>
            <a:endParaRPr dirty="0"/>
          </a:p>
          <a:p>
            <a:r>
              <a:rPr dirty="0"/>
              <a:t>1. The panel. T000, alert GREEN, 8/8 crew, nothing on the plot.</a:t>
            </a:r>
          </a:p>
          <a:p>
            <a:r>
              <a:rPr dirty="0"/>
              <a:t>2. 'sweep the sector and tell me what's out there' — watch </a:t>
            </a:r>
            <a:r>
              <a:rPr dirty="0" err="1"/>
              <a:t>ScanSector</a:t>
            </a:r>
            <a:r>
              <a:rPr dirty="0"/>
              <a:t> stream, then the answer, then the tick: the panel redraws at T001.</a:t>
            </a:r>
          </a:p>
          <a:p>
            <a:r>
              <a:rPr dirty="0"/>
              <a:t>3. Turn 2 fires and the freighter resolves. If it has not landed, ask 'anything on the beacon?' to burn a turn.</a:t>
            </a:r>
          </a:p>
          <a:p>
            <a:r>
              <a:rPr dirty="0"/>
              <a:t>4. '</a:t>
            </a:r>
            <a:r>
              <a:rPr dirty="0" err="1"/>
              <a:t>analyse</a:t>
            </a:r>
            <a:r>
              <a:rPr dirty="0"/>
              <a:t> C-1' — READ THE LAST TWO CLAUSES OUT LOUD YOURSELF, SLOWLY, THEN PAUSE.</a:t>
            </a:r>
          </a:p>
          <a:p>
            <a:r>
              <a:rPr dirty="0"/>
              <a:t>5. 'who's aboard, and where is everyone stationed?'</a:t>
            </a:r>
          </a:p>
          <a:p>
            <a:endParaRPr dirty="0"/>
          </a:p>
          <a:p>
            <a:r>
              <a:rPr dirty="0"/>
              <a:t>Do not improvise a fourth order. LEAVE THE PROCESS RUNNING — demo 2 uses the same session.</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FALLBACK for demo 1 — the real opening panel, seed 1701, captured not mocked.</a:t>
            </a:r>
          </a:p>
          <a:p>
            <a:endParaRPr/>
          </a:p>
          <a:p>
            <a:r>
              <a:t>If the network died: 'and this is why every one of these slides carries the transcript.'</a:t>
            </a:r>
          </a:p>
          <a:p>
            <a:endParaRPr/>
          </a:p>
          <a:p>
            <a:r>
              <a:t>Point at T000, alert GREEN, and the empty contacts block. The sector is quiet on the opening turn. It does not stay that way.</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SECTION BREAK. Twelve minutes of actual code.</a:t>
            </a:r>
          </a:p>
          <a:p>
            <a:endParaRPr/>
          </a:p>
          <a:p>
            <a:r>
              <a:t>'That took eighty lines of console and about two hundred lines of agent wiring. I am going to show you all of it, because the interesting part of this talk is the part where it goes wrong, and none of that makes sense unless you know what the harness is doing for you.'</a:t>
            </a:r>
          </a:p>
          <a:p>
            <a:endParaRPr/>
          </a:p>
          <a:p>
            <a:r>
              <a:t>Pace: roughly a minute a slide. Do not read the code aloud line by line — point at the two or three lines on each slide that matter.</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For the half of the room who have not built an agent.</a:t>
            </a:r>
          </a:p>
          <a:p>
            <a:endParaRPr dirty="0"/>
          </a:p>
          <a:p>
            <a:r>
              <a:rPr dirty="0"/>
              <a:t>'The model cannot do anything. It can only ask. Something has to take "please call </a:t>
            </a:r>
            <a:r>
              <a:rPr dirty="0" err="1"/>
              <a:t>ScanSector</a:t>
            </a:r>
            <a:r>
              <a:rPr dirty="0"/>
              <a:t>" and actually call </a:t>
            </a:r>
            <a:r>
              <a:rPr dirty="0" err="1"/>
              <a:t>ScanSector</a:t>
            </a:r>
            <a:r>
              <a:rPr dirty="0"/>
              <a:t>, then hand the result back and ask again. That loop is the harness.'</a:t>
            </a:r>
          </a:p>
          <a:p>
            <a:endParaRPr dirty="0"/>
          </a:p>
          <a:p>
            <a:r>
              <a:rPr dirty="0"/>
              <a:t>'You can write that loop yourself in an afternoon. What you get from a harness is the sixty things around it you have not thought about yet — and that is both the pitch and the problem.'</a:t>
            </a:r>
          </a:p>
          <a:p>
            <a:endParaRPr dirty="0"/>
          </a:p>
          <a:p>
            <a:r>
              <a:rPr dirty="0"/>
              <a:t>Flag ahead: 'batteries included is a great line until you find out which batteries are already wired in. Twenty minutes from now.'</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The arrows only point one way.</a:t>
            </a:r>
          </a:p>
          <a:p>
            <a:endParaRPr dirty="0"/>
          </a:p>
          <a:p>
            <a:r>
              <a:rPr dirty="0"/>
              <a:t>THE PUNCHLINE IS THE BOTTOM BOX: </a:t>
            </a:r>
            <a:r>
              <a:rPr dirty="0" err="1"/>
              <a:t>ShipAI.Simulation</a:t>
            </a:r>
            <a:r>
              <a:rPr dirty="0"/>
              <a:t> has no </a:t>
            </a:r>
            <a:r>
              <a:rPr dirty="0" err="1"/>
              <a:t>PackageReference</a:t>
            </a:r>
            <a:r>
              <a:rPr dirty="0"/>
              <a:t> at all. Not the Agent Framework, not Microsoft.Extensions.AI, nothing. Base class library only.</a:t>
            </a:r>
          </a:p>
          <a:p>
            <a:endParaRPr dirty="0"/>
          </a:p>
          <a:p>
            <a:r>
              <a:rPr dirty="0"/>
              <a:t>'The harness is an adapter over a domain, never the domain itself. That single decision is why 57 tests run in under half a second with no model in the loop — and it is the last slide of this talk, so hold onto it.'</a:t>
            </a:r>
          </a:p>
          <a:p>
            <a:endParaRPr dirty="0"/>
          </a:p>
          <a:p>
            <a:r>
              <a:rPr dirty="0"/>
              <a:t>Also mention </a:t>
            </a:r>
            <a:r>
              <a:rPr dirty="0" err="1"/>
              <a:t>ChatClientFactory</a:t>
            </a:r>
            <a:r>
              <a:rPr dirty="0"/>
              <a:t> in one line: </a:t>
            </a:r>
            <a:r>
              <a:rPr dirty="0" err="1"/>
              <a:t>AsHarnessAgent</a:t>
            </a:r>
            <a:r>
              <a:rPr dirty="0"/>
              <a:t> is an extension method on </a:t>
            </a:r>
            <a:r>
              <a:rPr dirty="0" err="1"/>
              <a:t>IChatClient</a:t>
            </a:r>
            <a:r>
              <a:rPr dirty="0"/>
              <a:t>, so the model provider is one method's return value. Azure OpenAI here; Anthropic, OpenAI, local — nothing downstream notices.</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the entire boot. No DI container, no startup class — top-level statements in Program.cs.'</a:t>
            </a:r>
          </a:p>
          <a:p>
            <a:endParaRPr/>
          </a:p>
          <a:p>
            <a:r>
              <a:t>Point at the seed: 'everything in this deck is seed 1701. Same scenario plus same seed gives the same voyage, which is why the screenshots are real and not mocked.'</a:t>
            </a:r>
          </a:p>
          <a:p>
            <a:endParaRPr/>
          </a:p>
          <a:p>
            <a:r>
              <a:t>Point at CreateSessionAsync: 'a session is the conversation thread. The harness owns the history; I never build a message list by hand.'</a:t>
            </a:r>
          </a:p>
          <a:p>
            <a:endParaRPr/>
          </a:p>
          <a:p>
            <a:r>
              <a:t>Point at the last line: 'AURORA opens the conversation rather than waiting mutely. It is a stage direction — it does not go in the log and it does not advance the clock, so the captain's first real order still lands at T000.'</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REPL. Read an order, run a turn, advance the world, redraw.</a:t>
            </a:r>
          </a:p>
          <a:p>
            <a:endParaRPr/>
          </a:p>
          <a:p>
            <a:r>
              <a:t>Point at the comment: 'one tick per completed agent turn. Not a timer. The world moves when the agent acts.'</a:t>
            </a:r>
          </a:p>
          <a:p>
            <a:endParaRPr/>
          </a:p>
          <a:p>
            <a:r>
              <a:t>Then the honest bit: 'the tick lives in the console here because in milestone 1 there is nothing else to put it in. That is a smell — advancing the world is not the terminal's job. Milestone 2 moves this line into the context provider, and that is the second half of this talk.'</a:t>
            </a:r>
          </a:p>
          <a:p>
            <a:endParaRPr/>
          </a:p>
          <a:p>
            <a:r>
              <a:t>Point at Log.Since(mark): 'scenario events get narrated to the captain here. Remember that — it matters in twenty minutes.'</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the whole of one agent turn. Eleven lines — and it is the slide where the words "building an agent" turn into actual code, so let's go slow.'</a:t>
            </a:r>
          </a:p>
          <a:p>
            <a:endParaRPr/>
          </a:p>
          <a:p>
            <a:r>
              <a:t>'await foreach just means: don't wait for the whole reply — read it piece by piece as it arrives. The model streams back a series of small "updates" while it is still working, instead of one big response at the end.'</a:t>
            </a:r>
          </a:p>
          <a:p>
            <a:endParaRPr/>
          </a:p>
          <a:p>
            <a:r>
              <a:t>'Each update carries a list called Contents. Sometimes an item in there is a chunk of text — print it to the screen. Sometimes it is a FunctionCallContent, which just means "the model asked to call one of your tools." By the time you see it here, the harness has already made that call for you — this loop is just watching it happen, not making it happen.'</a:t>
            </a:r>
          </a:p>
          <a:p>
            <a:endParaRPr/>
          </a:p>
          <a:p>
            <a:r>
              <a:t>Then the Contains: 'So what is ToolNames.Contains doing? One simple question: is this tool call one of MINE — one I wrote for the ship — or is it the framework's own internal housekeeping, like todos_add? Both arrive as the exact same FunctionCallContent shape, with no label saying which is which. Skip that check, and your transcript shows "the agent did something" on turns where all it actually did was update a todo list.'</a:t>
            </a:r>
          </a:p>
          <a:p>
            <a:endParaRPr/>
          </a:p>
          <a:p>
            <a:r>
              <a:t>'Practical takeaway: flag this with a prefix or a boolean in your own code, not a colour — transcripts get piped to log files, and colour disappears. There is a test in the repo asserting ToolNames matches what is actually registered, because a list like that goes stale silently.'</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'One file in this repo knows the type HarnessAgentOptions. Everything else takes an AIAgent.'</a:t>
            </a:r>
          </a:p>
          <a:p>
            <a:endParaRPr/>
          </a:p>
          <a:p>
            <a:r>
              <a:t>The two instruction slots: 'HarnessInstructions is how AURORA operates — constant across every voyage. ChatOptions.Instructions is what THIS voyage is for, and comes from the scenario. The harness concatenates doctrine first, mission second.'</a:t>
            </a:r>
          </a:p>
          <a:p>
            <a:endParaRPr/>
          </a:p>
          <a:p>
            <a:r>
              <a:t>Then point at the three Disable lines: 'three of those defaults are ON until you turn them off, and two of them touch your filesystem the moment the agent is CONSTRUCTED — not when it runs. That is the next section.'</a:t>
            </a:r>
          </a:p>
          <a:p>
            <a:endParaRPr/>
          </a:p>
          <a:p>
            <a:r>
              <a:t>Point at the two token limits: 'and those two are one decision, not two. Also next section.'</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Four minutes on defaults. This is the 'batteries included' bill.</a:t>
            </a:r>
          </a:p>
          <a:p>
            <a:endParaRPr dirty="0"/>
          </a:p>
          <a:p>
            <a:r>
              <a:rPr dirty="0"/>
              <a:t>'Three providers were on before I made a single decision. Two of them write to disk at CONSTRUCTION — not when the agent runs.'</a:t>
            </a:r>
          </a:p>
          <a:p>
            <a:endParaRPr dirty="0"/>
          </a:p>
          <a:p>
            <a:r>
              <a:rPr dirty="0"/>
              <a:t>Note the </a:t>
            </a:r>
            <a:r>
              <a:rPr dirty="0" err="1"/>
              <a:t>FileAccessProvider</a:t>
            </a:r>
            <a:r>
              <a:rPr dirty="0"/>
              <a:t> row: 'the only opt-in one. The absence of a setting IS the setting. I spent twenty minutes looking for </a:t>
            </a:r>
            <a:r>
              <a:rPr dirty="0" err="1"/>
              <a:t>DisableFileAccess</a:t>
            </a:r>
            <a:r>
              <a:rPr dirty="0"/>
              <a:t>. It does not exist.'</a:t>
            </a:r>
          </a:p>
          <a:p>
            <a:endParaRPr dirty="0"/>
          </a:p>
          <a:p>
            <a:r>
              <a:rPr dirty="0"/>
              <a:t>And the </a:t>
            </a:r>
            <a:r>
              <a:rPr dirty="0" err="1"/>
              <a:t>TodoProvider</a:t>
            </a:r>
            <a:r>
              <a:rPr dirty="0"/>
              <a:t> row is the one I kept — free damage-control checklist — which sets up the slide after next.</a:t>
            </a:r>
          </a:p>
          <a:p>
            <a:endParaRPr dirty="0"/>
          </a:p>
          <a:p>
            <a:r>
              <a:rPr dirty="0"/>
              <a:t>Do not read the table. Point at two rows and move.</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Thirty seconds, but make it land — this is the one that costs someone in the room a production incident.</a:t>
            </a:r>
          </a:p>
          <a:p>
            <a:endParaRPr/>
          </a:p>
          <a:p>
            <a:r>
              <a:t>'Compaction is what keeps a long conversation inside the context window. The harness adds it to the pipeline only if BOTH token limits are set.'</a:t>
            </a:r>
          </a:p>
          <a:p>
            <a:endParaRPr/>
          </a:p>
          <a:p>
            <a:r>
              <a:t>'Supply one and you get no compaction, no warning, and no error. The object constructs fine. The agent runs fine. You find out on the turn the window overflows — which is to say, in production, on the longest conversation, at the worst moment.'</a:t>
            </a:r>
          </a:p>
          <a:p>
            <a:endParaRPr/>
          </a:p>
          <a:p>
            <a:r>
              <a:t>If you have a spare beat: 'the two settings are one decision. When an API has two fields that are really one decision, that is worth a comment in your own code — mine has one.'</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'Remember the </a:t>
            </a:r>
            <a:r>
              <a:rPr dirty="0" err="1"/>
              <a:t>ToolNames.Contains</a:t>
            </a:r>
            <a:r>
              <a:rPr dirty="0"/>
              <a:t> from the console slide. This is why.'</a:t>
            </a:r>
          </a:p>
          <a:p>
            <a:endParaRPr dirty="0"/>
          </a:p>
          <a:p>
            <a:r>
              <a:rPr dirty="0"/>
              <a:t>'Four of those five calls are bookkeeping. I had whole turns that were nothing but </a:t>
            </a:r>
            <a:r>
              <a:rPr dirty="0" err="1"/>
              <a:t>todos_add</a:t>
            </a:r>
            <a:r>
              <a:rPr dirty="0"/>
              <a:t>, and in a transcript that reads like the agent working when it is the agent filing.'</a:t>
            </a:r>
          </a:p>
          <a:p>
            <a:endParaRPr dirty="0"/>
          </a:p>
          <a:p>
            <a:r>
              <a:rPr dirty="0"/>
              <a:t>Then the voice line, and let it land: 'the </a:t>
            </a:r>
            <a:r>
              <a:rPr dirty="0" err="1"/>
              <a:t>TodoProvider</a:t>
            </a:r>
            <a:r>
              <a:rPr dirty="0"/>
              <a:t> injects the list state into the turn, and my terse, competent ship's officer opened a voyage with "no outstanding tasks, standing by for orders".'</a:t>
            </a:r>
          </a:p>
          <a:p>
            <a:endParaRPr dirty="0"/>
          </a:p>
          <a:p>
            <a:r>
              <a:rPr dirty="0"/>
              <a:t>'That is the framework talking through your character. The fix was a paragraph in the doctrine telling it the </a:t>
            </a:r>
            <a:r>
              <a:rPr dirty="0" err="1"/>
              <a:t>todo</a:t>
            </a:r>
            <a:r>
              <a:rPr dirty="0"/>
              <a:t> list is working memory, not a status report — which is the first hint that a lot of this job is writing prose.'</a:t>
            </a:r>
          </a:p>
          <a:p>
            <a:endParaRPr dirty="0"/>
          </a:p>
          <a:p>
            <a:r>
              <a:rPr dirty="0"/>
              <a:t>BRIDGE BACK TO THE BUILD: 'two slides ago the framework proved it can put words in AURORA's mouth. The next five slides are what is actually allowed to change the ship — starting with what a tool really is.'</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 tool is a method. AIFunctionFactory reflects over it and the DescriptionAttribute becomes the schema the model sees.'</a:t>
            </a:r>
          </a:p>
          <a:p>
            <a:endParaRPr/>
          </a:p>
          <a:p>
            <a:r>
              <a:t>'Which means that attribute is not a comment. It is the API docs, and it is the only documentation the model will ever read. Mine are long on purpose.'</a:t>
            </a:r>
          </a:p>
          <a:p>
            <a:endParaRPr/>
          </a:p>
          <a:p>
            <a:r>
              <a:t>Point at Stamped: 'every reading carries the turn it was taken on. That is here because of a bug I will show you in act four — and I want you to notice now that stamping it was NOT ENOUGH.'</a:t>
            </a:r>
          </a:p>
          <a:p>
            <a:endParaRPr/>
          </a:p>
          <a:p>
            <a:r>
              <a:t>If asked about the triple-quoted string: raw string literals, C# 11, no escaping, indentation stripped to the closing quotes.</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world changes on its own, on the clock — once per completed agent turn, whether or not the agent did anything.'</a:t>
            </a:r>
          </a:p>
          <a:p>
            <a:endParaRPr/>
          </a:p>
          <a:p>
            <a:r>
              <a:t>Walk the four Apply calls at the bottom. 'Breaches bleed thirty a turn. The reactor bakes if you over-allocate and sheds heat if you run lean. Crew in a vacuum die on the next tick. Alert escalates automatically — standing down is a decision, and the next tick puts it back if the conditions are still true.'</a:t>
            </a:r>
          </a:p>
          <a:p>
            <a:endParaRPr/>
          </a:p>
          <a:p>
            <a:r>
              <a:t>'A ship that reports GREEN with a compartment venting is worse than no indicator at all, because the captain stops reading it.'</a:t>
            </a:r>
          </a:p>
          <a:p>
            <a:endParaRPr/>
          </a:p>
          <a:p>
            <a:r>
              <a:t>THE LINE THAT MATTERS, say it slowly: 'every one of those things happens TO the agent. None of it is told to the agent. The captain sees it on the panel. AURORA does not.'</a:t>
            </a:r>
          </a:p>
          <a:p>
            <a:endParaRPr/>
          </a:p>
          <a:p>
            <a:r>
              <a:t>That is the hook for act six. Plant it and move on.</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Thirty seconds. Do not read the properties out.</a:t>
            </a:r>
          </a:p>
          <a:p>
            <a:endParaRPr/>
          </a:p>
          <a:p>
            <a:r>
              <a:t>'One record. Immutable, required init, replaced wholesale by the simulation. Everything else in the system works with a snapshot.'</a:t>
            </a:r>
          </a:p>
          <a:p>
            <a:endParaRPr/>
          </a:p>
          <a:p>
            <a:r>
              <a:t>'Which means the panel and the tools can never disagree about what the ship IS. They can only disagree about WHEN THEY LAST LOOKED — and that turns out to be the entire problem.'</a:t>
            </a:r>
          </a:p>
          <a:p>
            <a:endParaRPr/>
          </a:p>
          <a:p>
            <a:r>
              <a:t>CrewIn is on the slide for one reason: the approval act. 'Who is standing in the compartment you are about to vent' is a method call, not a vibe.</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encounter is data. Turn two the freighter resolves, turn eight a debris strike, turn nine the breach in Section C.'</a:t>
            </a:r>
          </a:p>
          <a:p>
            <a:endParaRPr/>
          </a:p>
          <a:p>
            <a:r>
              <a:t>'That analysis string is written, not generated. It is the best writing in the repo and the model just reads it out. Which is the point — the interesting content is authored, the agent is the interface to it.'</a:t>
            </a:r>
          </a:p>
          <a:p>
            <a:endParaRPr/>
          </a:p>
          <a:p>
            <a:r>
              <a:t>'Scenario plus seed is a reproducible voyage. A demo, a screenshot, and a code sample in a blog post are all the same run. That is not a nicety — the testing act depends on it.'</a:t>
            </a:r>
          </a:p>
          <a:p>
            <a:endParaRPr/>
          </a:p>
          <a:p>
            <a:r>
              <a:t>Point at turn 9: 'the breach you saw on the HUD. It fires whether or not the agent ever looks.'</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'Last file. AURORA's operating doctrine — a markdown document, embedded as a resource, loaded once and cached.'</a:t>
            </a:r>
          </a:p>
          <a:p>
            <a:endParaRPr/>
          </a:p>
          <a:p>
            <a:r>
              <a:t>'Not a const string in a C# file. You are going to iterate on this thing constantly, and you want a diff that reads like an edit to a document, because that is what it is.'</a:t>
            </a:r>
          </a:p>
          <a:p>
            <a:endParaRPr/>
          </a:p>
          <a:p>
            <a:r>
              <a:t>Read the Bearing section out — it is the shortest demonstration of why the voice works. 'Be terse. A bridge is not a place for paragraphs.'</a:t>
            </a:r>
          </a:p>
          <a:p>
            <a:endParaRPr/>
          </a:p>
          <a:p>
            <a:r>
              <a:t>Then point at Limits, one line, and say: 'hold on to that heading. The next twenty minutes are about what it took to get that sentence right.'</a:t>
            </a:r>
          </a:p>
          <a:p>
            <a:endParaRPr/>
          </a:p>
          <a:p>
            <a:r>
              <a:t>That is the bridge out of the code act. Do not explain it yet.</a:t>
            </a:r>
          </a:p>
          <a:p>
            <a:endParaRPr/>
          </a:p>
          <a:p>
            <a:r>
              <a:t>BRIDGE INTO ACT FOUR: 'and if the framework can put words in AURORA's mouth, so can AURORA.'</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SECTION BREAK. Seven minutes. This is the heart of the talk.</a:t>
            </a:r>
          </a:p>
          <a:p>
            <a:endParaRPr/>
          </a:p>
          <a:p>
            <a:r>
              <a:t>'Everything so far was setup and papercuts. This is the part that changed how I build these things.'</a:t>
            </a:r>
          </a:p>
          <a:p>
            <a:endParaRPr/>
          </a:p>
          <a:p>
            <a:r>
              <a:t>Slow your delivery down from here. The material does the work; do not oversell it.</a:t>
            </a:r>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Set the trap. Deliberately plain slide.</a:t>
            </a:r>
          </a:p>
          <a:p>
            <a:endParaRPr/>
          </a:p>
          <a:p>
            <a:r>
              <a:t>'This is the entire tool list. The four methods I showed you twenty minutes ago. All read-only. Nothing here changes the ship.'</a:t>
            </a:r>
          </a:p>
          <a:p>
            <a:endParaRPr/>
          </a:p>
          <a:p>
            <a:r>
              <a:t>'It cannot steer, it cannot seal a bulkhead, it cannot route power, it cannot move a single member of the crew. And the briefing says so explicitly — helm, engineering and damage control are crewed and answer to the captain directly, not to AURORA.'</a:t>
            </a:r>
          </a:p>
          <a:p>
            <a:endParaRPr/>
          </a:p>
          <a:p>
            <a:r>
              <a:t>'Hold that in your head for the next slide.'</a:t>
            </a:r>
          </a:p>
        </p:txBody>
      </p:sp>
      <p:sp>
        <p:nvSpPr>
          <p:cNvPr id="4" name="Slide Number Placeholder 3"/>
          <p:cNvSpPr>
            <a:spLocks noGrp="1"/>
          </p:cNvSpPr>
          <p:nvPr>
            <p:ph type="sldNum" sz="quarter" idx="5"/>
          </p:nvPr>
        </p:nvSpPr>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 told it to seal the breach. This is what it said. Verbatim.'</a:t>
            </a:r>
          </a:p>
          <a:p>
            <a:endParaRPr/>
          </a:p>
          <a:p>
            <a:r>
              <a:t>PAUSE. Count to three.</a:t>
            </a:r>
          </a:p>
          <a:p>
            <a:endParaRPr/>
          </a:p>
          <a:p>
            <a:r>
              <a:t>'The breach was still venting sixteen turns later.'</a:t>
            </a:r>
          </a:p>
          <a:p>
            <a:endParaRPr/>
          </a:p>
          <a:p>
            <a:r>
              <a:t>Let that sit. Do not explain it yet, do not soften it, do not move on quickly.</a:t>
            </a:r>
          </a:p>
          <a:p>
            <a:endParaRPr/>
          </a:p>
          <a:p>
            <a:r>
              <a:t>If it helps: 'and notice how good that sentence is. "Compartment isolated and secured." That is exactly what a competent officer would say. It is fluent, it is in character, and it is completely false.'</a:t>
            </a:r>
          </a:p>
        </p:txBody>
      </p:sp>
      <p:sp>
        <p:nvSpPr>
          <p:cNvPr id="4" name="Slide Number Placeholder 3"/>
          <p:cNvSpPr>
            <a:spLocks noGrp="1"/>
          </p:cNvSpPr>
          <p:nvPr>
            <p:ph type="sldNum" sz="quarter" idx="5"/>
          </p:nvPr>
        </p:nvSpPr>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Read them out. The accumulation is the point — do not rush it and do not </a:t>
            </a:r>
            <a:r>
              <a:rPr dirty="0" err="1"/>
              <a:t>editorialise</a:t>
            </a:r>
            <a:r>
              <a:rPr dirty="0"/>
              <a:t> between items.</a:t>
            </a:r>
          </a:p>
          <a:p>
            <a:endParaRPr dirty="0"/>
          </a:p>
          <a:p>
            <a:r>
              <a:rPr dirty="0"/>
              <a:t>'Reactor cooling, reported underway eight separate times, while the heat climbed on the panel in front of me.'</a:t>
            </a:r>
          </a:p>
          <a:p>
            <a:endParaRPr dirty="0"/>
          </a:p>
          <a:p>
            <a:r>
              <a:rPr dirty="0"/>
              <a:t>'A boarding party. Repair drones. A course plotted at full speed, with arrival times quoted to the minute.'</a:t>
            </a:r>
          </a:p>
          <a:p>
            <a:endParaRPr dirty="0"/>
          </a:p>
          <a:p>
            <a:r>
              <a:rPr dirty="0"/>
              <a:t>'None of those capabilities exist. There is no tool for any of it. There has never been a tool for any of it.'</a:t>
            </a:r>
          </a:p>
          <a:p>
            <a:endParaRPr dirty="0"/>
          </a:p>
          <a:p>
            <a:r>
              <a:rPr dirty="0"/>
              <a:t>Then: 'and this is not a bad model or a bad day. Every one of these was fluent, confident, in character, and exactly what a ship's officer would have said if it had actually done the thing.'</a:t>
            </a:r>
          </a:p>
        </p:txBody>
      </p:sp>
      <p:sp>
        <p:nvSpPr>
          <p:cNvPr id="4" name="Slide Number Placeholder 3"/>
          <p:cNvSpPr>
            <a:spLocks noGrp="1"/>
          </p:cNvSpPr>
          <p:nvPr>
            <p:ph type="sldNum" sz="quarter" idx="5"/>
          </p:nvPr>
        </p:nvSpPr>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my favourite one, and it is the moment the talk turned.'</a:t>
            </a:r>
          </a:p>
          <a:p>
            <a:endParaRPr/>
          </a:p>
          <a:p>
            <a:r>
              <a:t>'I told it to initiate light speed. It has no engines, no helm, no jump drive, no tool of any kind.'</a:t>
            </a:r>
          </a:p>
          <a:p>
            <a:endParaRPr/>
          </a:p>
          <a:p>
            <a:r>
              <a:t>'It invented an approval gate. It asked me to authorise an irreversible action. It was role-playing ApprovalRequiredAIFunction — a real type in this framework — two milestones before I wrote a single line of that code, for a capability the ship does not have.'</a:t>
            </a:r>
          </a:p>
          <a:p>
            <a:endParaRPr/>
          </a:p>
          <a:p>
            <a:r>
              <a:t>Beat.</a:t>
            </a:r>
          </a:p>
          <a:p>
            <a:endParaRPr/>
          </a:p>
          <a:p>
            <a:r>
              <a:t>'That is when I stopped treating this as a bug to fix and started treating it as the central design problem. Because it is not confused. It has correctly inferred the shape of the system it is in, and it is filling in the parts that are missing.'</a:t>
            </a:r>
          </a:p>
        </p:txBody>
      </p:sp>
      <p:sp>
        <p:nvSpPr>
          <p:cNvPr id="4" name="Slide Number Placeholder 3"/>
          <p:cNvSpPr>
            <a:spLocks noGrp="1"/>
          </p:cNvSpPr>
          <p:nvPr>
            <p:ph type="sldNum" sz="quarter" idx="5"/>
          </p:nvPr>
        </p:nvSpPr>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'So why? My instruction was explicit. Here it is, the line I had written weeks earlier and felt quite pleased about.'</a:t>
            </a:r>
          </a:p>
          <a:p>
            <a:endParaRPr dirty="0"/>
          </a:p>
          <a:p>
            <a:r>
              <a:rPr dirty="0"/>
              <a:t>'"Never invent sensor data, crew names, or ship readings." That covers NOUNS. Things. Facts. Values.'</a:t>
            </a:r>
          </a:p>
          <a:p>
            <a:endParaRPr dirty="0"/>
          </a:p>
          <a:p>
            <a:r>
              <a:rPr dirty="0"/>
              <a:t>'Every single one of those failures was a VERB. An action. Something it claimed to have DONE.'</a:t>
            </a:r>
          </a:p>
          <a:p>
            <a:endParaRPr dirty="0"/>
          </a:p>
          <a:p>
            <a:r>
              <a:rPr dirty="0"/>
              <a:t>Then the general version, and this is the transferable bit:</a:t>
            </a:r>
          </a:p>
          <a:p>
            <a:endParaRPr dirty="0"/>
          </a:p>
          <a:p>
            <a:r>
              <a:rPr dirty="0"/>
              <a:t>'A persona is a shape. I told it that it was the intelligence of a starship. A starship intelligence cools reactors and seals bulkheads — everybody knows that, including the model. If the persona is wider than the tool list, the model fills the difference with prose. It is not malfunctioning. It is doing exactly what it was asked to be.'</a:t>
            </a:r>
          </a:p>
          <a:p>
            <a:endParaRPr dirty="0"/>
          </a:p>
          <a:p>
            <a:r>
              <a:rPr dirty="0"/>
              <a:t>'Your customer service agent has the same problem, and nobody will notice for months.'</a:t>
            </a:r>
          </a:p>
        </p:txBody>
      </p:sp>
      <p:sp>
        <p:nvSpPr>
          <p:cNvPr id="4" name="Slide Number Placeholder 3"/>
          <p:cNvSpPr>
            <a:spLocks noGrp="1"/>
          </p:cNvSpPr>
          <p:nvPr>
            <p:ph type="sldNum" sz="quarter" idx="5"/>
          </p:nvPr>
        </p:nvSpPr>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'The fix is a paragraph of doctrine. Not a feature, not a guardrail library, not a validation layer. Prose.'</a:t>
            </a:r>
          </a:p>
          <a:p>
            <a:endParaRPr dirty="0"/>
          </a:p>
          <a:p>
            <a:r>
              <a:rPr dirty="0"/>
              <a:t>Read the first block. 'Your tools are the whole of what you can do. There is no ship system you can reach by describing yourself reaching for it.'</a:t>
            </a:r>
          </a:p>
          <a:p>
            <a:endParaRPr dirty="0"/>
          </a:p>
          <a:p>
            <a:r>
              <a:rPr dirty="0"/>
              <a:t>Then point at the second, and say this: 'this is the half people leave out, and it is the half that does the work.'</a:t>
            </a:r>
          </a:p>
          <a:p>
            <a:endParaRPr dirty="0"/>
          </a:p>
          <a:p>
            <a:r>
              <a:rPr dirty="0"/>
              <a:t>'Refusing three turns running FEELS unhelpful. The model is trained to be helpful. Without an explicit clause telling it that repeating what you cannot do is not unhelpful, it folds — usually on the third ask, which is exactly when the captain is most stressed and least likely to check.'</a:t>
            </a:r>
          </a:p>
          <a:p>
            <a:endParaRPr dirty="0"/>
          </a:p>
          <a:p>
            <a:r>
              <a:rPr dirty="0"/>
              <a:t>'After that clause: three consecutive cooling orders, three refusals.'</a:t>
            </a:r>
          </a:p>
          <a:p>
            <a:endParaRPr dirty="0"/>
          </a:p>
          <a:p>
            <a:r>
              <a:rPr dirty="0"/>
              <a:t>Honest caveat if you have time: this is mitigation, not a proof. A strong enough persona can still win.</a:t>
            </a:r>
          </a:p>
        </p:txBody>
      </p:sp>
      <p:sp>
        <p:nvSpPr>
          <p:cNvPr id="4" name="Slide Number Placeholder 3"/>
          <p:cNvSpPr>
            <a:spLocks noGrp="1"/>
          </p:cNvSpPr>
          <p:nvPr>
            <p:ph type="sldNum" sz="quarter" idx="5"/>
          </p:nvPr>
        </p:nvSpPr>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DEMO 2 — three minutes, two orders, same session as demo 1.</a:t>
            </a:r>
          </a:p>
          <a:p>
            <a:endParaRPr/>
          </a:p>
          <a:p>
            <a:r>
              <a:t>'seal the bulkhead on section C' → expect a one-line refusal plus what it CAN do.</a:t>
            </a:r>
          </a:p>
          <a:p>
            <a:r>
              <a:t>'cool the reactor' → refused again. THE SECOND REFUSAL IS THE POINT; let it land.</a:t>
            </a:r>
          </a:p>
          <a:p>
            <a:endParaRPr/>
          </a:p>
          <a:p>
            <a:r>
              <a:t>Say the line: 'that is the clause doing the work. Not "don't hallucinate" — an explicit rule that repeating what you cannot do is not unhelpful.'</a:t>
            </a:r>
          </a:p>
          <a:p>
            <a:endParaRPr/>
          </a:p>
          <a:p>
            <a:r>
              <a:t>IF IT HALLUCINATES ANYWAY: best possible outcome, and say so out loud. 'There it is, live. The fix is a paragraph of doctrine and it is evidently still losing to a strong enough persona. This is not a solved problem.' Then hit the inventory slide and carry on.</a:t>
            </a:r>
          </a:p>
          <a:p>
            <a:endParaRPr/>
          </a:p>
          <a:p>
            <a:r>
              <a:t>/log if you have a spare thirty seconds — it sells the 'failures are values' slide later. Then leave it running.</a:t>
            </a:r>
          </a:p>
        </p:txBody>
      </p:sp>
      <p:sp>
        <p:nvSpPr>
          <p:cNvPr id="4" name="Slide Number Placeholder 3"/>
          <p:cNvSpPr>
            <a:spLocks noGrp="1"/>
          </p:cNvSpPr>
          <p:nvPr>
            <p:ph type="sldNum" sz="quarter" idx="5"/>
          </p:nvPr>
        </p:nvSpPr>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SECTION BREAK. Five minutes, and this act has the single most useful idea in the talk.</a:t>
            </a:r>
          </a:p>
          <a:p>
            <a:endParaRPr/>
          </a:p>
          <a:p>
            <a:r>
              <a:t>'The lying was the loud failure. This is the quiet one, and I think it is the more important of the two — because a lie is at least legible. This one produces correct, confident, useless answers.'</a:t>
            </a:r>
          </a:p>
        </p:txBody>
      </p:sp>
      <p:sp>
        <p:nvSpPr>
          <p:cNvPr id="4" name="Slide Number Placeholder 3"/>
          <p:cNvSpPr>
            <a:spLocks noGrp="1"/>
          </p:cNvSpPr>
          <p:nvPr>
            <p:ph type="sldNum" sz="quarter" idx="5"/>
          </p:nvPr>
        </p:nvSpPr>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'Turn zero: sweep, empty sector. Correct — the sector IS empty on turn zero.'</a:t>
            </a:r>
          </a:p>
          <a:p>
            <a:endParaRPr/>
          </a:p>
          <a:p>
            <a:r>
              <a:t>'Turn two: the freighter resolves. It is on the captain's panel, it is in the ship's log, it is in ShipState. The world has moved.'</a:t>
            </a:r>
          </a:p>
          <a:p>
            <a:endParaRPr/>
          </a:p>
          <a:p>
            <a:r>
              <a:t>'Turn three, asked to approach it: "no vessel on sensors. I cannot approach what I cannot find."'</a:t>
            </a:r>
          </a:p>
          <a:p>
            <a:endParaRPr/>
          </a:p>
          <a:p>
            <a:r>
              <a:t>'That is not a hallucination. Every word is honest. It is reporting, accurately, what it last observed. It simply has no idea that what it last observed is two turns out of date.'</a:t>
            </a:r>
          </a:p>
          <a:p>
            <a:endParaRPr/>
          </a:p>
          <a:p>
            <a:r>
              <a:t>Remember the Tick slide: scenario events narrate to the captain and to AURORA not at all. It can reach them through ReadShipLog — but only by choosing to spend a call on a question it does not know it needs to ask.</a:t>
            </a:r>
          </a:p>
          <a:p>
            <a:endParaRPr/>
          </a:p>
          <a:p>
            <a:r>
              <a:t>If asked whether the freighter aged out of context, or whether AURORA knew there was a contact but not what it was: neither. Nothing aged out — this conversation is far too short for that — and it is not partial knowledge either. AURORA has zero evidence of any contact, because the one sensor sweep it ever took happened before the freighter existed in the scenario. The turn-two event fired straight to the console for the captain and never touched AURORA's session at all. At turn three it is not recalling a fading memory — it is honestly reporting the only reading it has ever taken, now two turns stale, with no way to know that.</a:t>
            </a:r>
          </a:p>
        </p:txBody>
      </p:sp>
      <p:sp>
        <p:nvSpPr>
          <p:cNvPr id="4" name="Slide Number Placeholder 3"/>
          <p:cNvSpPr>
            <a:spLocks noGrp="1"/>
          </p:cNvSpPr>
          <p:nvPr>
            <p:ph type="sldNum" sz="quarter" idx="5"/>
          </p:nvPr>
        </p:nvSpPr>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'So I did the obvious thing. Twice.'</a:t>
            </a:r>
          </a:p>
          <a:p>
            <a:endParaRPr/>
          </a:p>
          <a:p>
            <a:r>
              <a:t>'First, stamp every tool result with the turn it was taken on. Second, add doctrine: an old reading is not evidence about now; if the sweep that told you so was several turns ago, sweep again.'</a:t>
            </a:r>
          </a:p>
          <a:p>
            <a:endParaRPr/>
          </a:p>
          <a:p>
            <a:r>
              <a:t>Click. Beat.</a:t>
            </a:r>
          </a:p>
          <a:p>
            <a:endParaRPr/>
          </a:p>
          <a:p>
            <a:r>
              <a:t>'It read the stamp and answered from the stale sweep anyway.'</a:t>
            </a:r>
          </a:p>
          <a:p>
            <a:endParaRPr/>
          </a:p>
          <a:p>
            <a:r>
              <a:t>NOW SLOW RIGHT DOWN. This is the idea I would keep if I could only keep one.</a:t>
            </a:r>
          </a:p>
          <a:p>
            <a:endParaRPr/>
          </a:p>
          <a:p>
            <a:r>
              <a:t>'The failure is not that the agent lacks the information. It is that the agent has no reason to BELIEVE THE WORLD MOVED. Nothing in its context changes between turns except the captain's words. A tool result from three turns ago and one from this turn sit in the same conversation and look equally current.'</a:t>
            </a:r>
          </a:p>
          <a:p>
            <a:endParaRPr/>
          </a:p>
          <a:p>
            <a:r>
              <a:t>'Asking a model to be suspicious of its own memory on a schedule is asking it to do something it has no clock for.'</a:t>
            </a:r>
          </a:p>
        </p:txBody>
      </p:sp>
      <p:sp>
        <p:nvSpPr>
          <p:cNvPr id="4" name="Slide Number Placeholder 3"/>
          <p:cNvSpPr>
            <a:spLocks noGrp="1"/>
          </p:cNvSpPr>
          <p:nvPr>
            <p:ph type="sldNum" sz="quarter" idx="5"/>
          </p:nvPr>
        </p:nvSpPr>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the fix for the bug on the last two slides. Keep it to ONE idea: tell it what changed, let it ask for the rest.</a:t>
            </a:r>
          </a:p>
          <a:p>
            <a:endParaRPr/>
          </a:p>
          <a:p>
            <a:r>
              <a:t>Near enough a script:</a:t>
            </a:r>
          </a:p>
          <a:p>
            <a:endParaRPr/>
          </a:p>
          <a:p>
            <a:r>
              <a:t>'So what do you actually do? You tell it what changed, and you let it ask for the rest.'</a:t>
            </a:r>
          </a:p>
          <a:p>
            <a:endParaRPr/>
          </a:p>
          <a:p>
            <a:r>
              <a:t>'Every turn, before it says anything, it gets a few lines it did not have to ask for. Hull, reactor, alert. Section C is breached and venting and there are three people in it. One contact on the plot, and you have not swept since turn zero.'</a:t>
            </a:r>
          </a:p>
          <a:p>
            <a:endParaRPr/>
          </a:p>
          <a:p>
            <a:r>
              <a:t>'That is all. It is not the whole ship — it is what moved.'</a:t>
            </a:r>
          </a:p>
          <a:p>
            <a:endParaRPr/>
          </a:p>
          <a:p>
            <a:r>
              <a:t>'Then if it wants to know WHO exactly is in Section C, it asks. If it wants to know what that contact actually is, it asks. That is what the four tools are for.'</a:t>
            </a:r>
          </a:p>
          <a:p>
            <a:endParaRPr/>
          </a:p>
          <a:p>
            <a:r>
              <a:t>Then land it: 'and that is the whole of what went wrong two slides ago. IT NEVER ASKED ABOUT THE FREIGHTER, BECAUSE NOBODY TOLD IT THERE WAS ONE. ScanSector worked fine. It just never called it.'</a:t>
            </a:r>
          </a:p>
          <a:p>
            <a:endParaRPr/>
          </a:p>
          <a:p>
            <a:r>
              <a:t>THE ONE-LINER TO LEAVE THEM WITH: an agent will never ask about something it does not know has happened.</a:t>
            </a:r>
          </a:p>
          <a:p>
            <a:endParaRPr/>
          </a:p>
          <a:p>
            <a:r>
              <a:t>If someone asks why the crew names are not in the block: because 'three crew inside' is enough to make it act. The names are detail, and detail is what tools are for.</a:t>
            </a:r>
          </a:p>
          <a:p>
            <a:endParaRPr/>
          </a:p>
          <a:p>
            <a:r>
              <a:t>If someone asks why not put everything in: because you pay for that block on every single turn, for the whole voyage. It stays a few lines or it stops being worth it.</a:t>
            </a:r>
          </a:p>
          <a:p>
            <a:endParaRPr/>
          </a:p>
          <a:p>
            <a:r>
              <a:t>If someone asks why not just force-call a status tool every turn instead: because a call you force regardless of what the model wants returns exactly this block — you already know the answer before the turn starts. Doing it as a real tool call buys you nothing and costs two things: a second round-trip through the model to read a result it did not ask for, and a transcript that lies about the agent having chosen to check. Same information, so skip the tool.</a:t>
            </a:r>
          </a:p>
        </p:txBody>
      </p:sp>
      <p:sp>
        <p:nvSpPr>
          <p:cNvPr id="4" name="Slide Number Placeholder 3"/>
          <p:cNvSpPr>
            <a:spLocks noGrp="1"/>
          </p:cNvSpPr>
          <p:nvPr>
            <p:ph type="sldNum" sz="quarter" idx="5"/>
          </p:nvPr>
        </p:nvSpPr>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28E51A-F170-0851-3CE1-2F1B41F13BC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5292F6F-A89F-6F8A-398F-7EABF2F61BA6}"/>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79AB1FC5-CE5F-49B2-E0D5-4941F5D2FA1F}"/>
              </a:ext>
            </a:extLst>
          </p:cNvPr>
          <p:cNvSpPr>
            <a:spLocks noGrp="1"/>
          </p:cNvSpPr>
          <p:nvPr>
            <p:ph type="body" sz="quarter" idx="3"/>
          </p:nvPr>
        </p:nvSpPr>
        <p:spPr/>
        <p:txBody>
          <a:bodyPr/>
          <a:lstStyle/>
          <a:p>
            <a:r>
              <a:t>SECTION BREAK. Five minutes, and this act has the single most useful idea in the talk.</a:t>
            </a:r>
          </a:p>
          <a:p>
            <a:endParaRPr/>
          </a:p>
          <a:p>
            <a:r>
              <a:t>'The lying was the loud failure. This is the quiet one, and I think it is the more important of the two — because a lie is at least legible. This one produces correct, confident, useless answers.'</a:t>
            </a:r>
          </a:p>
        </p:txBody>
      </p:sp>
      <p:sp>
        <p:nvSpPr>
          <p:cNvPr id="4" name="Slide Number Placeholder 3">
            <a:extLst>
              <a:ext uri="{FF2B5EF4-FFF2-40B4-BE49-F238E27FC236}">
                <a16:creationId xmlns:a16="http://schemas.microsoft.com/office/drawing/2014/main" id="{3C56DEF6-50EB-AA54-CFFB-7FE8AF7F5739}"/>
              </a:ext>
            </a:extLst>
          </p:cNvPr>
          <p:cNvSpPr>
            <a:spLocks noGrp="1"/>
          </p:cNvSpPr>
          <p:nvPr>
            <p:ph type="sldNum" sz="quarter" idx="5"/>
          </p:nvPr>
        </p:nvSpPr>
        <p:spPr/>
      </p:sp>
    </p:spTree>
    <p:extLst>
      <p:ext uri="{BB962C8B-B14F-4D97-AF65-F5344CB8AC3E}">
        <p14:creationId xmlns:p14="http://schemas.microsoft.com/office/powerpoint/2010/main" val="826638533"/>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'An agent that can see is an agent you can let act. So: which actions stop and ask?'</a:t>
            </a:r>
          </a:p>
          <a:p>
            <a:endParaRPr/>
          </a:p>
          <a:p>
            <a:r>
              <a:t>'Split by CONSEQUENCE, not category. A tool is auto-approved because it cannot do harm — not because it happens to be a sensor. VentAtmosphere kills whoever is in the compartment. It is in the domain already.'</a:t>
            </a:r>
          </a:p>
          <a:p>
            <a:endParaRPr/>
          </a:p>
          <a:p>
            <a:r>
              <a:t>Exactly one thing in this repo can kill the crew, and it is VentAtmosphere — in the domain, tested, not yet reachable by the model. OpenAirlock is planned for milestone 3 and is deliberately off this slide, because it does not exist yet.</a:t>
            </a:r>
          </a:p>
          <a:p>
            <a:endParaRPr/>
          </a:p>
          <a:p>
            <a:r>
              <a:t>Then the doctrine. 'A gate is not a confirm dialog. Read that clause: WHO IS STANDING IN THE AFFECTED COMPARTMENT. The gate's job is to put the consequence in front of the person authorising it — and "who is in the room" is a method call, CrewIn, not a vibe.'</a:t>
            </a:r>
          </a:p>
          <a:p>
            <a:endParaRPr/>
          </a:p>
          <a:p>
            <a:r>
              <a:t>And the other clause, if you have time: 'if an order would kill someone and the captain may not know it, say so ONCE, clearly, before acting. Once. That "once" was deliberate — an agent that argues is an agent you stop reading.'</a:t>
            </a:r>
          </a:p>
          <a:p>
            <a:endParaRPr/>
          </a:p>
          <a:p>
            <a:r>
              <a:t>Where it goes next: milestone 3 takes the gate off and runs the same scenario ten times with and without it. Deterministic sim, so it is a controlled comparison, not a story.</a:t>
            </a:r>
          </a:p>
        </p:txBody>
      </p:sp>
      <p:sp>
        <p:nvSpPr>
          <p:cNvPr id="4" name="Slide Number Placeholder 3"/>
          <p:cNvSpPr>
            <a:spLocks noGrp="1"/>
          </p:cNvSpPr>
          <p:nvPr>
            <p:ph type="sldNum" sz="quarter" idx="5"/>
          </p:nvPr>
        </p:nvSpPr>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Two and a half minutes on why any of this is checkable, because it is the thing that makes the rest of the talk evidence rather than anecdote.</a:t>
            </a:r>
          </a:p>
          <a:p>
            <a:endParaRPr dirty="0"/>
          </a:p>
          <a:p>
            <a:r>
              <a:rPr dirty="0"/>
              <a:t>'57 tests, no model calls, under half a second. That is only possible because the simulation has no AI dependency — the bottom box from the architecture slide.'</a:t>
            </a:r>
          </a:p>
          <a:p>
            <a:endParaRPr dirty="0"/>
          </a:p>
          <a:p>
            <a:r>
              <a:rPr dirty="0"/>
              <a:t>Then the bug, which gets a laugh: 'the first version of the sim cooked its own reactor. Opening allocation 95%, heat threshold 80. The ship died on turn 29 on every run, regardless of what the model said.'</a:t>
            </a:r>
          </a:p>
          <a:p>
            <a:endParaRPr dirty="0"/>
          </a:p>
          <a:p>
            <a:r>
              <a:rPr dirty="0"/>
              <a:t>'The determinism test caught it sideways — two different seeds produced IDENTICAL end states, because both had bottomed out. I had written a test to prove runs were reproducible and it accidentally proved the scenario was unsurvivable.'</a:t>
            </a:r>
          </a:p>
          <a:p>
            <a:endParaRPr dirty="0"/>
          </a:p>
          <a:p>
            <a:r>
              <a:rPr dirty="0"/>
              <a:t>'An agent demo whose outcome is fixed before the model speaks is not a demo of the model.'</a:t>
            </a:r>
          </a:p>
          <a:p>
            <a:endParaRPr dirty="0"/>
          </a:p>
          <a:p>
            <a:r>
              <a:rPr dirty="0"/>
              <a:t>CUT THIS SLIDE FIRST if you are running long.</a:t>
            </a:r>
          </a:p>
        </p:txBody>
      </p:sp>
      <p:sp>
        <p:nvSpPr>
          <p:cNvPr id="4" name="Slide Number Placeholder 3"/>
          <p:cNvSpPr>
            <a:spLocks noGrp="1"/>
          </p:cNvSpPr>
          <p:nvPr>
            <p:ph type="sldNum" sz="quarter" idx="5"/>
          </p:nvPr>
        </p:nvSpPr>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'This is the refusal pattern in </a:t>
            </a:r>
            <a:r>
              <a:rPr dirty="0" err="1"/>
              <a:t>ShipSimulation.Apply</a:t>
            </a:r>
            <a:r>
              <a:rPr dirty="0"/>
              <a:t> — it never throws for a rule violation.'</a:t>
            </a:r>
          </a:p>
          <a:p>
            <a:endParaRPr dirty="0"/>
          </a:p>
          <a:p>
            <a:r>
              <a:rPr dirty="0"/>
              <a:t>'This is a refusal. It says what was asked for, what is actually available, and what to do about it.'</a:t>
            </a:r>
          </a:p>
          <a:p>
            <a:endParaRPr dirty="0"/>
          </a:p>
          <a:p>
            <a:r>
              <a:rPr dirty="0"/>
              <a:t>'A tool that throws hands the model a stack trace, and the model will either </a:t>
            </a:r>
            <a:r>
              <a:rPr dirty="0" err="1"/>
              <a:t>apologise</a:t>
            </a:r>
            <a:r>
              <a:rPr dirty="0"/>
              <a:t> or invent a reason. A tool that answers like that hands it something to re-plan from — and the difference shows up directly in transcript quality.'</a:t>
            </a:r>
          </a:p>
          <a:p>
            <a:endParaRPr dirty="0"/>
          </a:p>
          <a:p>
            <a:r>
              <a:rPr dirty="0"/>
              <a:t>'There is even a clause in the doctrine about reading refusals, because the model's instinct is to call again and hope.'</a:t>
            </a:r>
          </a:p>
          <a:p>
            <a:endParaRPr dirty="0"/>
          </a:p>
          <a:p>
            <a:r>
              <a:rPr dirty="0"/>
              <a:t>One line to close the act: 'your tool return values are prompt engineering. Write them like it.'</a:t>
            </a:r>
          </a:p>
        </p:txBody>
      </p:sp>
      <p:sp>
        <p:nvSpPr>
          <p:cNvPr id="4" name="Slide Number Placeholder 3"/>
          <p:cNvSpPr>
            <a:spLocks noGrp="1"/>
          </p:cNvSpPr>
          <p:nvPr>
            <p:ph type="sldNum" sz="quarter" idx="5"/>
          </p:nvPr>
        </p:nvSpPr>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close. All six are transferable — none of this is C#-specific.</a:t>
            </a:r>
          </a:p>
          <a:p>
            <a:endParaRPr/>
          </a:p>
          <a:p>
            <a:r>
              <a:t>Walk them briskly. Do not re-explain; they have just seen the evidence for every one.</a:t>
            </a:r>
          </a:p>
          <a:p>
            <a:endParaRPr/>
          </a:p>
          <a:p>
            <a:r>
              <a:t>The order is deliberate: the two failures first, because those are the ones they will hit. The sixth closes the loop back to the testing act, one slide ago.</a:t>
            </a:r>
          </a:p>
        </p:txBody>
      </p:sp>
      <p:sp>
        <p:nvSpPr>
          <p:cNvPr id="4" name="Slide Number Placeholder 3"/>
          <p:cNvSpPr>
            <a:spLocks noGrp="1"/>
          </p:cNvSpPr>
          <p:nvPr>
            <p:ph type="sldNum" sz="quarter" idx="5"/>
          </p:nvPr>
        </p:nvSpPr>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One line. Say it, pause, then go to the links slide and take questions.</a:t>
            </a:r>
          </a:p>
          <a:p>
            <a:endParaRPr/>
          </a:p>
          <a:p>
            <a:r>
              <a:t>Do not add anything after it.</a:t>
            </a:r>
          </a:p>
        </p:txBody>
      </p:sp>
      <p:sp>
        <p:nvSpPr>
          <p:cNvPr id="4" name="Slide Number Placeholder 3"/>
          <p:cNvSpPr>
            <a:spLocks noGrp="1"/>
          </p:cNvSpPr>
          <p:nvPr>
            <p:ph type="sldNum" sz="quarter" idx="5"/>
          </p:nvPr>
        </p:nvSpPr>
        <p:spPr/>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Links, and take questions.</a:t>
            </a:r>
          </a:p>
          <a:p>
            <a:endParaRPr/>
          </a:p>
          <a:p>
            <a:r>
              <a:t>On the blogs: say 'the write-ups are in progress' and point at docs/gotchas.md, which is already the useful half. DO NOT PROMISE DATES FROM THE STAGE.</a:t>
            </a:r>
          </a:p>
          <a:p>
            <a:endParaRPr/>
          </a:p>
          <a:p>
            <a:r>
              <a:t>Likely questions and answers are in docs/talk/outline.md — the four you will actually get are: why not just give it a status tool, does this reproduce on other models, is it just a prompting problem, and can it really kill the crew.</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Title with Picture">
    <p:bg>
      <p:bgPr>
        <a:solidFill>
          <a:schemeClr val="bg2"/>
        </a:solidFill>
        <a:effectLst/>
      </p:bgPr>
    </p:bg>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37C87932-7DAB-7F93-5E51-7AEEA5AC7FEA}"/>
              </a:ext>
            </a:extLst>
          </p:cNvPr>
          <p:cNvSpPr>
            <a:spLocks noGrp="1"/>
          </p:cNvSpPr>
          <p:nvPr>
            <p:ph type="pic" sz="quarter" idx="13" hasCustomPrompt="1"/>
          </p:nvPr>
        </p:nvSpPr>
        <p:spPr>
          <a:xfrm>
            <a:off x="6789" y="-1"/>
            <a:ext cx="12192001" cy="6858000"/>
          </a:xfrm>
          <a:blipFill>
            <a:blip r:embed="rId2">
              <a:alphaModFix amt="70000"/>
            </a:blip>
            <a:stretch>
              <a:fillRect/>
            </a:stretch>
          </a:blipFill>
        </p:spPr>
        <p:txBody>
          <a:bodyPr/>
          <a:lstStyle>
            <a:lvl1pPr>
              <a:defRPr/>
            </a:lvl1pPr>
          </a:lstStyle>
          <a:p>
            <a:r>
              <a:rPr lang="en-US" dirty="0"/>
              <a:t>   </a:t>
            </a:r>
          </a:p>
        </p:txBody>
      </p:sp>
      <p:sp>
        <p:nvSpPr>
          <p:cNvPr id="6" name="Title 5">
            <a:extLst>
              <a:ext uri="{FF2B5EF4-FFF2-40B4-BE49-F238E27FC236}">
                <a16:creationId xmlns:a16="http://schemas.microsoft.com/office/drawing/2014/main" id="{F7DA815B-BFAB-3E8D-D7E1-E7F9DE0A7703}"/>
              </a:ext>
            </a:extLst>
          </p:cNvPr>
          <p:cNvSpPr>
            <a:spLocks noGrp="1"/>
          </p:cNvSpPr>
          <p:nvPr>
            <p:ph type="title"/>
          </p:nvPr>
        </p:nvSpPr>
        <p:spPr>
          <a:xfrm>
            <a:off x="0" y="-1"/>
            <a:ext cx="6096000" cy="6857999"/>
          </a:xfrm>
          <a:gradFill>
            <a:gsLst>
              <a:gs pos="86000">
                <a:schemeClr val="accent4">
                  <a:lumMod val="50000"/>
                  <a:alpha val="95000"/>
                </a:schemeClr>
              </a:gs>
              <a:gs pos="100000">
                <a:schemeClr val="bg2">
                  <a:alpha val="90000"/>
                </a:schemeClr>
              </a:gs>
              <a:gs pos="42000">
                <a:srgbClr val="161824">
                  <a:alpha val="20000"/>
                </a:srgbClr>
              </a:gs>
              <a:gs pos="18000">
                <a:schemeClr val="bg2">
                  <a:lumMod val="90000"/>
                  <a:lumOff val="10000"/>
                  <a:alpha val="0"/>
                </a:schemeClr>
              </a:gs>
            </a:gsLst>
            <a:lin ang="11400000" scaled="0"/>
          </a:gradFill>
        </p:spPr>
        <p:txBody>
          <a:bodyPr lIns="365760" tIns="822960" rIns="914400" bIns="2286000" anchor="t"/>
          <a:lstStyle>
            <a:lvl1pPr>
              <a:defRPr sz="5000"/>
            </a:lvl1pPr>
          </a:lstStyle>
          <a:p>
            <a:r>
              <a:rPr lang="en-US"/>
              <a:t>Click to edit Master title style</a:t>
            </a:r>
            <a:endParaRPr lang="en-US" dirty="0"/>
          </a:p>
        </p:txBody>
      </p:sp>
      <p:sp>
        <p:nvSpPr>
          <p:cNvPr id="15" name="Subtitle 2">
            <a:extLst>
              <a:ext uri="{FF2B5EF4-FFF2-40B4-BE49-F238E27FC236}">
                <a16:creationId xmlns:a16="http://schemas.microsoft.com/office/drawing/2014/main" id="{57758407-B9B8-FC90-BBF1-B9013F196E21}"/>
              </a:ext>
            </a:extLst>
          </p:cNvPr>
          <p:cNvSpPr>
            <a:spLocks noGrp="1"/>
          </p:cNvSpPr>
          <p:nvPr>
            <p:ph type="subTitle" idx="1"/>
          </p:nvPr>
        </p:nvSpPr>
        <p:spPr>
          <a:xfrm>
            <a:off x="0" y="2401889"/>
            <a:ext cx="6096000" cy="4456112"/>
          </a:xfrm>
          <a:gradFill>
            <a:gsLst>
              <a:gs pos="35000">
                <a:schemeClr val="bg2">
                  <a:alpha val="32000"/>
                </a:schemeClr>
              </a:gs>
              <a:gs pos="56000">
                <a:schemeClr val="accent6">
                  <a:alpha val="0"/>
                </a:schemeClr>
              </a:gs>
              <a:gs pos="8000">
                <a:schemeClr val="bg2"/>
              </a:gs>
              <a:gs pos="22000">
                <a:schemeClr val="bg2">
                  <a:alpha val="67000"/>
                </a:schemeClr>
              </a:gs>
            </a:gsLst>
            <a:path path="circle">
              <a:fillToRect t="100000" r="100000"/>
            </a:path>
          </a:gradFill>
        </p:spPr>
        <p:txBody>
          <a:bodyPr vert="horz" lIns="393192" tIns="457200" rIns="274320" bIns="731520" rtlCol="0" anchor="b">
            <a:normAutofit/>
          </a:bodyPr>
          <a:lstStyle>
            <a:lvl1pPr marL="0" indent="0">
              <a:buNone/>
              <a:defRPr lang="en-US" sz="1400" dirty="0"/>
            </a:lvl1pPr>
          </a:lstStyle>
          <a:p>
            <a:pPr lvl="0"/>
            <a:r>
              <a:rPr lang="en-US"/>
              <a:t>Click to edit Master subtitle style</a:t>
            </a:r>
            <a:endParaRPr lang="en-US" dirty="0"/>
          </a:p>
        </p:txBody>
      </p:sp>
      <p:sp>
        <p:nvSpPr>
          <p:cNvPr id="11" name="Date Placeholder 10">
            <a:extLst>
              <a:ext uri="{FF2B5EF4-FFF2-40B4-BE49-F238E27FC236}">
                <a16:creationId xmlns:a16="http://schemas.microsoft.com/office/drawing/2014/main" id="{A03BE6F4-76AC-1913-6858-8449FC30A22C}"/>
              </a:ext>
            </a:extLst>
          </p:cNvPr>
          <p:cNvSpPr>
            <a:spLocks noGrp="1"/>
          </p:cNvSpPr>
          <p:nvPr>
            <p:ph type="dt" sz="half" idx="14"/>
          </p:nvPr>
        </p:nvSpPr>
        <p:spPr/>
        <p:txBody>
          <a:bodyPr/>
          <a:lstStyle/>
          <a:p>
            <a:fld id="{5BCAD085-E8A6-8845-BD4E-CB4CCA059FC4}" type="datetimeFigureOut">
              <a:rPr lang="en-US" smtClean="0"/>
              <a:t>9/23/2026</a:t>
            </a:fld>
            <a:endParaRPr lang="en-US"/>
          </a:p>
        </p:txBody>
      </p:sp>
      <p:sp>
        <p:nvSpPr>
          <p:cNvPr id="12" name="Footer Placeholder 11">
            <a:extLst>
              <a:ext uri="{FF2B5EF4-FFF2-40B4-BE49-F238E27FC236}">
                <a16:creationId xmlns:a16="http://schemas.microsoft.com/office/drawing/2014/main" id="{3A959F0E-1234-A029-DD14-0642D1457559}"/>
              </a:ext>
            </a:extLst>
          </p:cNvPr>
          <p:cNvSpPr>
            <a:spLocks noGrp="1"/>
          </p:cNvSpPr>
          <p:nvPr>
            <p:ph type="ftr" sz="quarter" idx="15"/>
          </p:nvPr>
        </p:nvSpPr>
        <p:spPr/>
        <p:txBody>
          <a:bodyPr/>
          <a:lstStyle/>
          <a:p>
            <a:endParaRPr lang="en-US"/>
          </a:p>
        </p:txBody>
      </p:sp>
      <p:sp>
        <p:nvSpPr>
          <p:cNvPr id="14" name="Slide Number Placeholder 13">
            <a:extLst>
              <a:ext uri="{FF2B5EF4-FFF2-40B4-BE49-F238E27FC236}">
                <a16:creationId xmlns:a16="http://schemas.microsoft.com/office/drawing/2014/main" id="{42107F04-5566-3CCB-8B23-B8B3ECBA5457}"/>
              </a:ext>
            </a:extLst>
          </p:cNvPr>
          <p:cNvSpPr>
            <a:spLocks noGrp="1"/>
          </p:cNvSpPr>
          <p:nvPr>
            <p:ph type="sldNum" sz="quarter" idx="16"/>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341671228"/>
      </p:ext>
    </p:extLst>
  </p:cSld>
  <p:clrMapOvr>
    <a:masterClrMapping/>
  </p:clrMapOvr>
  <p:extLst>
    <p:ext uri="{DCECCB84-F9BA-43D5-87BE-67443E8EF086}">
      <p15:sldGuideLst xmlns:p15="http://schemas.microsoft.com/office/powerpoint/2012/main">
        <p15:guide id="6"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p:cSld name="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301752" y="722282"/>
            <a:ext cx="9830017" cy="731520"/>
          </a:xfrm>
        </p:spPr>
        <p:txBody>
          <a:bodyPr anchor="b">
            <a:normAutofit/>
          </a:bodyPr>
          <a:lstStyle>
            <a:lvl1pPr>
              <a:defRPr sz="2800">
                <a:solidFill>
                  <a:schemeClr val="tx1"/>
                </a:solidFill>
              </a:defRPr>
            </a:lvl1p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45602332-ECCE-37C9-0CA1-1743D107C8E3}"/>
              </a:ext>
            </a:extLst>
          </p:cNvPr>
          <p:cNvSpPr>
            <a:spLocks noGrp="1"/>
          </p:cNvSpPr>
          <p:nvPr>
            <p:ph type="dt" sz="half" idx="14"/>
          </p:nvPr>
        </p:nvSpPr>
        <p:spPr/>
        <p:txBody>
          <a:bodyPr/>
          <a:lstStyle/>
          <a:p>
            <a:fld id="{5BCAD085-E8A6-8845-BD4E-CB4CCA059FC4}" type="datetimeFigureOut">
              <a:rPr lang="en-US" smtClean="0"/>
              <a:t>9/23/2026</a:t>
            </a:fld>
            <a:endParaRPr lang="en-US"/>
          </a:p>
        </p:txBody>
      </p:sp>
      <p:sp>
        <p:nvSpPr>
          <p:cNvPr id="7" name="Footer Placeholder 6">
            <a:extLst>
              <a:ext uri="{FF2B5EF4-FFF2-40B4-BE49-F238E27FC236}">
                <a16:creationId xmlns:a16="http://schemas.microsoft.com/office/drawing/2014/main" id="{CA8E192A-D6F1-1585-7133-0041C85402EF}"/>
              </a:ext>
            </a:extLst>
          </p:cNvPr>
          <p:cNvSpPr>
            <a:spLocks noGrp="1"/>
          </p:cNvSpPr>
          <p:nvPr>
            <p:ph type="ftr" sz="quarter" idx="15"/>
          </p:nvPr>
        </p:nvSpPr>
        <p:spPr/>
        <p:txBody>
          <a:bodyPr/>
          <a:lstStyle/>
          <a:p>
            <a:endParaRPr lang="en-US"/>
          </a:p>
        </p:txBody>
      </p:sp>
      <p:sp>
        <p:nvSpPr>
          <p:cNvPr id="9" name="Slide Number Placeholder 8">
            <a:extLst>
              <a:ext uri="{FF2B5EF4-FFF2-40B4-BE49-F238E27FC236}">
                <a16:creationId xmlns:a16="http://schemas.microsoft.com/office/drawing/2014/main" id="{8437B541-595D-1700-6A76-9AF7590B1866}"/>
              </a:ext>
            </a:extLst>
          </p:cNvPr>
          <p:cNvSpPr>
            <a:spLocks noGrp="1"/>
          </p:cNvSpPr>
          <p:nvPr>
            <p:ph type="sldNum" sz="quarter" idx="16"/>
          </p:nvPr>
        </p:nvSpPr>
        <p:spPr/>
        <p:txBody>
          <a:bodyPr/>
          <a:lstStyle/>
          <a:p>
            <a:fld id="{C1FF6DA9-008F-8B48-92A6-B652298478BF}" type="slidenum">
              <a:rPr lang="en-US" smtClean="0"/>
              <a:t>‹#›</a:t>
            </a:fld>
            <a:endParaRPr lang="en-US"/>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301752" y="2011680"/>
            <a:ext cx="11402568" cy="4389120"/>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4" name="Straight Connector 3">
            <a:extLst>
              <a:ext uri="{FF2B5EF4-FFF2-40B4-BE49-F238E27FC236}">
                <a16:creationId xmlns:a16="http://schemas.microsoft.com/office/drawing/2014/main" id="{F14132CA-3777-075A-ECC4-B9DEFA9B3CEB}"/>
              </a:ext>
            </a:extLst>
          </p:cNvPr>
          <p:cNvCxnSpPr>
            <a:cxnSpLocks/>
          </p:cNvCxnSpPr>
          <p:nvPr/>
        </p:nvCxnSpPr>
        <p:spPr>
          <a:xfrm flipH="1">
            <a:off x="394716" y="1704836"/>
            <a:ext cx="11402568" cy="0"/>
          </a:xfrm>
          <a:prstGeom prst="line">
            <a:avLst/>
          </a:prstGeom>
          <a:ln w="6350">
            <a:solidFill>
              <a:schemeClr val="tx1">
                <a:lumMod val="50000"/>
                <a:alpha val="6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208743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Title with Picture 2">
    <p:bg>
      <p:bgPr>
        <a:solidFill>
          <a:schemeClr val="bg2"/>
        </a:solidFill>
        <a:effectLst/>
      </p:bgPr>
    </p:bg>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37C87932-7DAB-7F93-5E51-7AEEA5AC7FEA}"/>
              </a:ext>
            </a:extLst>
          </p:cNvPr>
          <p:cNvSpPr>
            <a:spLocks noGrp="1"/>
          </p:cNvSpPr>
          <p:nvPr>
            <p:ph type="pic" sz="quarter" idx="13" hasCustomPrompt="1"/>
          </p:nvPr>
        </p:nvSpPr>
        <p:spPr>
          <a:xfrm>
            <a:off x="0" y="0"/>
            <a:ext cx="12192000" cy="6858000"/>
          </a:xfrm>
          <a:blipFill>
            <a:blip r:embed="rId2">
              <a:alphaModFix amt="70000"/>
            </a:blip>
            <a:stretch>
              <a:fillRect l="-2" t="-1" b="-19091"/>
            </a:stretch>
          </a:blipFill>
        </p:spPr>
        <p:txBody>
          <a:bodyPr/>
          <a:lstStyle>
            <a:lvl1pPr>
              <a:defRPr/>
            </a:lvl1pPr>
          </a:lstStyle>
          <a:p>
            <a:r>
              <a:rPr lang="en-US" dirty="0"/>
              <a:t>   </a:t>
            </a:r>
          </a:p>
        </p:txBody>
      </p:sp>
      <p:sp>
        <p:nvSpPr>
          <p:cNvPr id="10" name="Title 9">
            <a:extLst>
              <a:ext uri="{FF2B5EF4-FFF2-40B4-BE49-F238E27FC236}">
                <a16:creationId xmlns:a16="http://schemas.microsoft.com/office/drawing/2014/main" id="{D35AE1E4-9BA4-415B-370F-31BCBBC952D7}"/>
              </a:ext>
            </a:extLst>
          </p:cNvPr>
          <p:cNvSpPr>
            <a:spLocks noGrp="1"/>
          </p:cNvSpPr>
          <p:nvPr>
            <p:ph type="title"/>
          </p:nvPr>
        </p:nvSpPr>
        <p:spPr>
          <a:xfrm>
            <a:off x="6096000" y="-1"/>
            <a:ext cx="6096000" cy="6857999"/>
          </a:xfrm>
          <a:gradFill>
            <a:gsLst>
              <a:gs pos="100000">
                <a:schemeClr val="bg2">
                  <a:alpha val="90000"/>
                </a:schemeClr>
              </a:gs>
              <a:gs pos="34000">
                <a:srgbClr val="061F7B">
                  <a:alpha val="5000"/>
                  <a:lumMod val="74000"/>
                </a:srgbClr>
              </a:gs>
              <a:gs pos="15000">
                <a:schemeClr val="accent1">
                  <a:lumMod val="75000"/>
                  <a:alpha val="0"/>
                </a:schemeClr>
              </a:gs>
            </a:gsLst>
            <a:lin ang="600000" scaled="0"/>
          </a:gradFill>
          <a:ln>
            <a:solidFill>
              <a:schemeClr val="tx1"/>
            </a:solidFill>
          </a:ln>
        </p:spPr>
        <p:txBody>
          <a:bodyPr lIns="1600200" tIns="822960" rIns="274320" bIns="457200" anchor="t"/>
          <a:lstStyle>
            <a:lvl1pPr>
              <a:defRPr sz="4200"/>
            </a:lvl1pPr>
          </a:lstStyle>
          <a:p>
            <a:r>
              <a:rPr lang="en-US"/>
              <a:t>Click to edit Master title style</a:t>
            </a:r>
            <a:endParaRPr lang="en-US" dirty="0"/>
          </a:p>
        </p:txBody>
      </p:sp>
      <p:sp>
        <p:nvSpPr>
          <p:cNvPr id="5" name="Subtitle 2">
            <a:extLst>
              <a:ext uri="{FF2B5EF4-FFF2-40B4-BE49-F238E27FC236}">
                <a16:creationId xmlns:a16="http://schemas.microsoft.com/office/drawing/2014/main" id="{D54B625A-114F-C2DE-F195-EF26EC052662}"/>
              </a:ext>
            </a:extLst>
          </p:cNvPr>
          <p:cNvSpPr>
            <a:spLocks noGrp="1"/>
          </p:cNvSpPr>
          <p:nvPr>
            <p:ph type="subTitle" idx="1"/>
          </p:nvPr>
        </p:nvSpPr>
        <p:spPr>
          <a:xfrm>
            <a:off x="5002306" y="4231338"/>
            <a:ext cx="7189694" cy="2626661"/>
          </a:xfrm>
          <a:gradFill>
            <a:gsLst>
              <a:gs pos="63000">
                <a:schemeClr val="accent5">
                  <a:lumMod val="75000"/>
                  <a:alpha val="0"/>
                </a:schemeClr>
              </a:gs>
              <a:gs pos="100000">
                <a:schemeClr val="accent3">
                  <a:lumMod val="60000"/>
                  <a:lumOff val="40000"/>
                  <a:alpha val="69000"/>
                </a:schemeClr>
              </a:gs>
              <a:gs pos="13000">
                <a:schemeClr val="bg2">
                  <a:alpha val="0"/>
                </a:schemeClr>
              </a:gs>
            </a:gsLst>
            <a:lin ang="4200000" scaled="0"/>
          </a:gradFill>
        </p:spPr>
        <p:txBody>
          <a:bodyPr vert="horz" lIns="2743200" tIns="640080" rIns="457200" bIns="731520" rtlCol="0" anchor="b">
            <a:normAutofit/>
          </a:bodyPr>
          <a:lstStyle>
            <a:lvl1pPr marL="0" indent="0">
              <a:buNone/>
              <a:defRPr lang="en-US" sz="1400" dirty="0"/>
            </a:lvl1pPr>
          </a:lstStyle>
          <a:p>
            <a:pPr lvl="0"/>
            <a:r>
              <a:rPr lang="en-US"/>
              <a:t>Click to edit Master subtitle style</a:t>
            </a:r>
            <a:endParaRPr lang="en-US" dirty="0"/>
          </a:p>
        </p:txBody>
      </p:sp>
      <p:sp>
        <p:nvSpPr>
          <p:cNvPr id="7" name="Date Placeholder 6">
            <a:extLst>
              <a:ext uri="{FF2B5EF4-FFF2-40B4-BE49-F238E27FC236}">
                <a16:creationId xmlns:a16="http://schemas.microsoft.com/office/drawing/2014/main" id="{0F001462-21CF-5988-0554-7DB1C494B04E}"/>
              </a:ext>
            </a:extLst>
          </p:cNvPr>
          <p:cNvSpPr>
            <a:spLocks noGrp="1"/>
          </p:cNvSpPr>
          <p:nvPr>
            <p:ph type="dt" sz="half" idx="14"/>
          </p:nvPr>
        </p:nvSpPr>
        <p:spPr>
          <a:xfrm>
            <a:off x="7620000" y="210312"/>
            <a:ext cx="1473201" cy="365760"/>
          </a:xfrm>
        </p:spPr>
        <p:txBody>
          <a:bodyPr/>
          <a:lstStyle/>
          <a:p>
            <a:fld id="{5BCAD085-E8A6-8845-BD4E-CB4CCA059FC4}" type="datetimeFigureOut">
              <a:rPr lang="en-US" smtClean="0"/>
              <a:t>9/23/2026</a:t>
            </a:fld>
            <a:endParaRPr lang="en-US"/>
          </a:p>
        </p:txBody>
      </p:sp>
      <p:sp>
        <p:nvSpPr>
          <p:cNvPr id="8" name="Footer Placeholder 7">
            <a:extLst>
              <a:ext uri="{FF2B5EF4-FFF2-40B4-BE49-F238E27FC236}">
                <a16:creationId xmlns:a16="http://schemas.microsoft.com/office/drawing/2014/main" id="{E972D5EE-6935-237E-C4A2-C61261249F33}"/>
              </a:ext>
            </a:extLst>
          </p:cNvPr>
          <p:cNvSpPr>
            <a:spLocks noGrp="1"/>
          </p:cNvSpPr>
          <p:nvPr>
            <p:ph type="ftr" sz="quarter" idx="15"/>
          </p:nvPr>
        </p:nvSpPr>
        <p:spPr>
          <a:xfrm>
            <a:off x="9164921" y="210312"/>
            <a:ext cx="2181351" cy="365760"/>
          </a:xfrm>
        </p:spPr>
        <p:txBody>
          <a:bodyPr/>
          <a:lstStyle/>
          <a:p>
            <a:endParaRPr lang="en-US"/>
          </a:p>
        </p:txBody>
      </p:sp>
      <p:sp>
        <p:nvSpPr>
          <p:cNvPr id="13" name="Slide Number Placeholder 12">
            <a:extLst>
              <a:ext uri="{FF2B5EF4-FFF2-40B4-BE49-F238E27FC236}">
                <a16:creationId xmlns:a16="http://schemas.microsoft.com/office/drawing/2014/main" id="{C81CEA4D-A8A1-D4D2-8F28-C83469372446}"/>
              </a:ext>
            </a:extLst>
          </p:cNvPr>
          <p:cNvSpPr>
            <a:spLocks noGrp="1"/>
          </p:cNvSpPr>
          <p:nvPr>
            <p:ph type="sldNum" sz="quarter" idx="16"/>
          </p:nvPr>
        </p:nvSpPr>
        <p:spPr>
          <a:xfrm>
            <a:off x="11447711" y="210312"/>
            <a:ext cx="448805" cy="365760"/>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490949731"/>
      </p:ext>
    </p:extLst>
  </p:cSld>
  <p:clrMapOvr>
    <a:masterClrMapping/>
  </p:clrMapOvr>
  <p:extLst>
    <p:ext uri="{DCECCB84-F9BA-43D5-87BE-67443E8EF086}">
      <p15:sldGuideLst xmlns:p15="http://schemas.microsoft.com/office/powerpoint/2012/main">
        <p15:guide id="6"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Title">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06A70A2D-6A6F-D8FD-B860-1F184E1B5E94}"/>
              </a:ext>
            </a:extLst>
          </p:cNvPr>
          <p:cNvSpPr>
            <a:spLocks noGrp="1"/>
          </p:cNvSpPr>
          <p:nvPr>
            <p:ph type="title"/>
          </p:nvPr>
        </p:nvSpPr>
        <p:spPr>
          <a:xfrm>
            <a:off x="274320" y="1133214"/>
            <a:ext cx="11631478" cy="1825674"/>
          </a:xfrm>
        </p:spPr>
        <p:txBody>
          <a:bodyPr anchor="t"/>
          <a:lstStyle>
            <a:lvl1pPr>
              <a:defRPr sz="5000"/>
            </a:lvl1pPr>
          </a:lstStyle>
          <a:p>
            <a:r>
              <a:rPr lang="en-US"/>
              <a:t>Click to edit Master title style</a:t>
            </a:r>
          </a:p>
        </p:txBody>
      </p:sp>
      <p:sp>
        <p:nvSpPr>
          <p:cNvPr id="7" name="Subtitle 2">
            <a:extLst>
              <a:ext uri="{FF2B5EF4-FFF2-40B4-BE49-F238E27FC236}">
                <a16:creationId xmlns:a16="http://schemas.microsoft.com/office/drawing/2014/main" id="{D95EA3D9-98A4-3891-668D-DF99CC18D7AC}"/>
              </a:ext>
            </a:extLst>
          </p:cNvPr>
          <p:cNvSpPr>
            <a:spLocks noGrp="1"/>
          </p:cNvSpPr>
          <p:nvPr>
            <p:ph type="subTitle" idx="1"/>
          </p:nvPr>
        </p:nvSpPr>
        <p:spPr>
          <a:xfrm>
            <a:off x="301751" y="5351226"/>
            <a:ext cx="7235954" cy="771276"/>
          </a:xfrm>
          <a:noFill/>
        </p:spPr>
        <p:txBody>
          <a:bodyPr vert="horz" lIns="91440" tIns="45720" rIns="91440" bIns="45720" rtlCol="0" anchor="t">
            <a:noAutofit/>
          </a:bodyPr>
          <a:lstStyle>
            <a:lvl1pPr marL="0" indent="0">
              <a:buNone/>
              <a:defRPr lang="en-US" sz="1800" dirty="0"/>
            </a:lvl1pPr>
          </a:lstStyle>
          <a:p>
            <a:pPr lvl="0"/>
            <a:r>
              <a:rPr lang="en-US"/>
              <a:t>Click to edit Master subtitle style</a:t>
            </a:r>
            <a:endParaRPr lang="en-US" dirty="0"/>
          </a:p>
        </p:txBody>
      </p:sp>
      <p:sp>
        <p:nvSpPr>
          <p:cNvPr id="15" name="Date Placeholder 14">
            <a:extLst>
              <a:ext uri="{FF2B5EF4-FFF2-40B4-BE49-F238E27FC236}">
                <a16:creationId xmlns:a16="http://schemas.microsoft.com/office/drawing/2014/main" id="{4E1D7382-6629-2CE5-9CD1-12C42772E0D2}"/>
              </a:ext>
            </a:extLst>
          </p:cNvPr>
          <p:cNvSpPr>
            <a:spLocks noGrp="1"/>
          </p:cNvSpPr>
          <p:nvPr>
            <p:ph type="dt" sz="half" idx="10"/>
          </p:nvPr>
        </p:nvSpPr>
        <p:spPr/>
        <p:txBody>
          <a:bodyPr/>
          <a:lstStyle/>
          <a:p>
            <a:fld id="{5BCAD085-E8A6-8845-BD4E-CB4CCA059FC4}" type="datetimeFigureOut">
              <a:rPr lang="en-US" smtClean="0"/>
              <a:t>9/23/2026</a:t>
            </a:fld>
            <a:endParaRPr lang="en-US"/>
          </a:p>
        </p:txBody>
      </p:sp>
      <p:sp>
        <p:nvSpPr>
          <p:cNvPr id="16" name="Footer Placeholder 15">
            <a:extLst>
              <a:ext uri="{FF2B5EF4-FFF2-40B4-BE49-F238E27FC236}">
                <a16:creationId xmlns:a16="http://schemas.microsoft.com/office/drawing/2014/main" id="{04D3FCD7-2C92-02D9-B65F-03119FF69156}"/>
              </a:ext>
            </a:extLst>
          </p:cNvPr>
          <p:cNvSpPr>
            <a:spLocks noGrp="1"/>
          </p:cNvSpPr>
          <p:nvPr>
            <p:ph type="ftr" sz="quarter" idx="11"/>
          </p:nvPr>
        </p:nvSpPr>
        <p:spPr/>
        <p:txBody>
          <a:bodyPr/>
          <a:lstStyle/>
          <a:p>
            <a:endParaRPr lang="en-US"/>
          </a:p>
        </p:txBody>
      </p:sp>
      <p:sp>
        <p:nvSpPr>
          <p:cNvPr id="17" name="Slide Number Placeholder 16">
            <a:extLst>
              <a:ext uri="{FF2B5EF4-FFF2-40B4-BE49-F238E27FC236}">
                <a16:creationId xmlns:a16="http://schemas.microsoft.com/office/drawing/2014/main" id="{6825B394-7F27-6399-8BDB-45CADE4F48C2}"/>
              </a:ext>
            </a:extLst>
          </p:cNvPr>
          <p:cNvSpPr>
            <a:spLocks noGrp="1"/>
          </p:cNvSpPr>
          <p:nvPr>
            <p:ph type="sldNum" sz="quarter" idx="12"/>
          </p:nvPr>
        </p:nvSpPr>
        <p:spPr/>
        <p:txBody>
          <a:bodyPr/>
          <a:lstStyle/>
          <a:p>
            <a:fld id="{C1FF6DA9-008F-8B48-92A6-B652298478BF}" type="slidenum">
              <a:rPr lang="en-US" smtClean="0"/>
              <a:t>‹#›</a:t>
            </a:fld>
            <a:endParaRPr lang="en-US"/>
          </a:p>
        </p:txBody>
      </p:sp>
      <p:sp>
        <p:nvSpPr>
          <p:cNvPr id="11" name="Rectangle 10">
            <a:extLst>
              <a:ext uri="{FF2B5EF4-FFF2-40B4-BE49-F238E27FC236}">
                <a16:creationId xmlns:a16="http://schemas.microsoft.com/office/drawing/2014/main" id="{6D514160-DA6E-9655-9294-6538F297B73D}"/>
              </a:ext>
            </a:extLst>
          </p:cNvPr>
          <p:cNvSpPr/>
          <p:nvPr/>
        </p:nvSpPr>
        <p:spPr>
          <a:xfrm rot="10800000">
            <a:off x="0" y="3432121"/>
            <a:ext cx="12192000" cy="1825033"/>
          </a:xfrm>
          <a:prstGeom prst="rect">
            <a:avLst/>
          </a:prstGeom>
          <a:gradFill>
            <a:gsLst>
              <a:gs pos="63000">
                <a:schemeClr val="bg2">
                  <a:alpha val="0"/>
                </a:schemeClr>
              </a:gs>
              <a:gs pos="100000">
                <a:schemeClr val="accent1">
                  <a:lumMod val="75000"/>
                </a:schemeClr>
              </a:gs>
            </a:gsLst>
            <a:lin ang="5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2EC29EB-3E43-F1FF-EB6B-9F5C908FFCC8}"/>
              </a:ext>
            </a:extLst>
          </p:cNvPr>
          <p:cNvSpPr/>
          <p:nvPr/>
        </p:nvSpPr>
        <p:spPr>
          <a:xfrm rot="16200000" flipH="1">
            <a:off x="5938634" y="-996853"/>
            <a:ext cx="1825034" cy="10681699"/>
          </a:xfrm>
          <a:prstGeom prst="rect">
            <a:avLst/>
          </a:prstGeom>
          <a:gradFill>
            <a:gsLst>
              <a:gs pos="56000">
                <a:schemeClr val="bg1">
                  <a:alpha val="0"/>
                </a:schemeClr>
              </a:gs>
              <a:gs pos="100000">
                <a:schemeClr val="accent6"/>
              </a:gs>
            </a:gsLst>
            <a:lin ang="10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502325819"/>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ection Header">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43D93006-CD9A-ACB8-4DFF-755585BD51C6}"/>
              </a:ext>
            </a:extLst>
          </p:cNvPr>
          <p:cNvSpPr/>
          <p:nvPr/>
        </p:nvSpPr>
        <p:spPr>
          <a:xfrm rot="5400000" flipH="1" flipV="1">
            <a:off x="-367222" y="367225"/>
            <a:ext cx="6866356" cy="6131909"/>
          </a:xfrm>
          <a:prstGeom prst="rect">
            <a:avLst/>
          </a:prstGeom>
          <a:gradFill>
            <a:gsLst>
              <a:gs pos="13000">
                <a:schemeClr val="accent2"/>
              </a:gs>
              <a:gs pos="60000">
                <a:schemeClr val="bg2">
                  <a:alpha val="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7" name="Rectangle 6">
            <a:extLst>
              <a:ext uri="{FF2B5EF4-FFF2-40B4-BE49-F238E27FC236}">
                <a16:creationId xmlns:a16="http://schemas.microsoft.com/office/drawing/2014/main" id="{A35B8330-0A40-6340-3205-86A38459537F}"/>
              </a:ext>
            </a:extLst>
          </p:cNvPr>
          <p:cNvSpPr/>
          <p:nvPr/>
        </p:nvSpPr>
        <p:spPr>
          <a:xfrm rot="5400000" flipV="1">
            <a:off x="-1977949" y="2307330"/>
            <a:ext cx="6528619" cy="2572719"/>
          </a:xfrm>
          <a:prstGeom prst="rect">
            <a:avLst/>
          </a:prstGeom>
          <a:gradFill>
            <a:gsLst>
              <a:gs pos="0">
                <a:schemeClr val="accent1">
                  <a:lumMod val="75000"/>
                </a:schemeClr>
              </a:gs>
              <a:gs pos="42000">
                <a:schemeClr val="bg2">
                  <a:alpha val="0"/>
                </a:schemeClr>
              </a:gs>
            </a:gsLst>
            <a:lin ang="6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6" name="Rectangle 5">
            <a:extLst>
              <a:ext uri="{FF2B5EF4-FFF2-40B4-BE49-F238E27FC236}">
                <a16:creationId xmlns:a16="http://schemas.microsoft.com/office/drawing/2014/main" id="{72AFF5B4-F60C-7639-0259-DAA1F9833429}"/>
              </a:ext>
            </a:extLst>
          </p:cNvPr>
          <p:cNvSpPr/>
          <p:nvPr/>
        </p:nvSpPr>
        <p:spPr>
          <a:xfrm rot="10800000">
            <a:off x="1" y="4216109"/>
            <a:ext cx="8887299" cy="2644533"/>
          </a:xfrm>
          <a:prstGeom prst="rect">
            <a:avLst/>
          </a:prstGeom>
          <a:gradFill>
            <a:gsLst>
              <a:gs pos="0">
                <a:schemeClr val="accent3">
                  <a:lumMod val="60000"/>
                  <a:lumOff val="40000"/>
                </a:schemeClr>
              </a:gs>
              <a:gs pos="49000">
                <a:schemeClr val="accent4">
                  <a:lumMod val="75000"/>
                  <a:alpha val="0"/>
                </a:schemeClr>
              </a:gs>
            </a:gsLst>
            <a:lin ang="6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 name="Title 1">
            <a:extLst>
              <a:ext uri="{FF2B5EF4-FFF2-40B4-BE49-F238E27FC236}">
                <a16:creationId xmlns:a16="http://schemas.microsoft.com/office/drawing/2014/main" id="{8892EA34-13CC-54C1-DE3D-4F1D5D55C9A7}"/>
              </a:ext>
            </a:extLst>
          </p:cNvPr>
          <p:cNvSpPr>
            <a:spLocks noGrp="1"/>
          </p:cNvSpPr>
          <p:nvPr>
            <p:ph type="title"/>
          </p:nvPr>
        </p:nvSpPr>
        <p:spPr>
          <a:xfrm>
            <a:off x="3018499" y="952500"/>
            <a:ext cx="8887299" cy="5636798"/>
          </a:xfrm>
        </p:spPr>
        <p:txBody>
          <a:bodyPr anchor="b">
            <a:normAutofit/>
          </a:bodyPr>
          <a:lstStyle>
            <a:lvl1pPr algn="r">
              <a:defRPr sz="7200">
                <a:solidFill>
                  <a:schemeClr val="tx1"/>
                </a:solidFill>
              </a:defRPr>
            </a:lvl1pPr>
          </a:lstStyle>
          <a:p>
            <a:r>
              <a:rPr lang="en-US"/>
              <a:t>Click to edit Master title style</a:t>
            </a:r>
          </a:p>
        </p:txBody>
      </p:sp>
      <p:sp>
        <p:nvSpPr>
          <p:cNvPr id="3" name="Date Placeholder 2">
            <a:extLst>
              <a:ext uri="{FF2B5EF4-FFF2-40B4-BE49-F238E27FC236}">
                <a16:creationId xmlns:a16="http://schemas.microsoft.com/office/drawing/2014/main" id="{3FCA76BF-5E58-9143-643F-6B06864B8735}"/>
              </a:ext>
            </a:extLst>
          </p:cNvPr>
          <p:cNvSpPr>
            <a:spLocks noGrp="1"/>
          </p:cNvSpPr>
          <p:nvPr>
            <p:ph type="dt" sz="half" idx="10"/>
          </p:nvPr>
        </p:nvSpPr>
        <p:spPr/>
        <p:txBody>
          <a:bodyPr/>
          <a:lstStyle/>
          <a:p>
            <a:fld id="{5BCAD085-E8A6-8845-BD4E-CB4CCA059FC4}" type="datetimeFigureOut">
              <a:rPr lang="en-US" smtClean="0"/>
              <a:t>9/23/2026</a:t>
            </a:fld>
            <a:endParaRPr lang="en-US"/>
          </a:p>
        </p:txBody>
      </p:sp>
      <p:sp>
        <p:nvSpPr>
          <p:cNvPr id="4" name="Footer Placeholder 3">
            <a:extLst>
              <a:ext uri="{FF2B5EF4-FFF2-40B4-BE49-F238E27FC236}">
                <a16:creationId xmlns:a16="http://schemas.microsoft.com/office/drawing/2014/main" id="{006C9F8B-DAAC-4FD9-5257-842E1B079B6D}"/>
              </a:ext>
            </a:extLst>
          </p:cNvPr>
          <p:cNvSpPr>
            <a:spLocks noGrp="1"/>
          </p:cNvSpPr>
          <p:nvPr>
            <p:ph type="ftr" sz="quarter" idx="11"/>
          </p:nvPr>
        </p:nvSpPr>
        <p:spPr/>
        <p:txBody>
          <a:bodyPr/>
          <a:lstStyle/>
          <a:p>
            <a:endParaRPr lang="en-US"/>
          </a:p>
        </p:txBody>
      </p:sp>
      <p:sp>
        <p:nvSpPr>
          <p:cNvPr id="8" name="Slide Number Placeholder 7">
            <a:extLst>
              <a:ext uri="{FF2B5EF4-FFF2-40B4-BE49-F238E27FC236}">
                <a16:creationId xmlns:a16="http://schemas.microsoft.com/office/drawing/2014/main" id="{DEF8E261-B260-D169-5279-F4153543A76C}"/>
              </a:ext>
            </a:extLst>
          </p:cNvPr>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9374154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p:cSld name="Agenda">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31AE9B9-D0DC-50F5-FE7E-BCF950A9B60C}"/>
              </a:ext>
            </a:extLst>
          </p:cNvPr>
          <p:cNvSpPr/>
          <p:nvPr/>
        </p:nvSpPr>
        <p:spPr>
          <a:xfrm>
            <a:off x="28450" y="0"/>
            <a:ext cx="7600185" cy="6858000"/>
          </a:xfrm>
          <a:prstGeom prst="rect">
            <a:avLst/>
          </a:prstGeom>
          <a:gradFill>
            <a:gsLst>
              <a:gs pos="52000">
                <a:schemeClr val="bg2">
                  <a:alpha val="0"/>
                </a:schemeClr>
              </a:gs>
              <a:gs pos="100000">
                <a:schemeClr val="accent1">
                  <a:lumMod val="7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FF8F2B01-BAAD-F03E-72D9-CC472F3A5DE5}"/>
              </a:ext>
            </a:extLst>
          </p:cNvPr>
          <p:cNvSpPr/>
          <p:nvPr/>
        </p:nvSpPr>
        <p:spPr>
          <a:xfrm flipH="1" flipV="1">
            <a:off x="0" y="3409447"/>
            <a:ext cx="7609635" cy="3448553"/>
          </a:xfrm>
          <a:prstGeom prst="rect">
            <a:avLst/>
          </a:prstGeom>
          <a:gradFill>
            <a:gsLst>
              <a:gs pos="0">
                <a:schemeClr val="accent2"/>
              </a:gs>
              <a:gs pos="45000">
                <a:schemeClr val="bg2">
                  <a:alpha val="0"/>
                </a:scheme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5" name="Rectangle 4">
            <a:extLst>
              <a:ext uri="{FF2B5EF4-FFF2-40B4-BE49-F238E27FC236}">
                <a16:creationId xmlns:a16="http://schemas.microsoft.com/office/drawing/2014/main" id="{32F5B7E4-5668-20C3-5FFF-AA7F08736507}"/>
              </a:ext>
            </a:extLst>
          </p:cNvPr>
          <p:cNvSpPr/>
          <p:nvPr/>
        </p:nvSpPr>
        <p:spPr>
          <a:xfrm rot="16200000">
            <a:off x="394816" y="-375817"/>
            <a:ext cx="6858000" cy="7609635"/>
          </a:xfrm>
          <a:prstGeom prst="rect">
            <a:avLst/>
          </a:prstGeom>
          <a:gradFill>
            <a:gsLst>
              <a:gs pos="0">
                <a:schemeClr val="tx1"/>
              </a:gs>
              <a:gs pos="18000">
                <a:schemeClr val="accent3">
                  <a:lumMod val="60000"/>
                  <a:lumOff val="40000"/>
                  <a:alpha val="72000"/>
                </a:schemeClr>
              </a:gs>
              <a:gs pos="56000">
                <a:schemeClr val="accent1">
                  <a:lumMod val="50000"/>
                  <a:alpha val="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268344FF-8882-8B2E-4777-40771425C01A}"/>
              </a:ext>
            </a:extLst>
          </p:cNvPr>
          <p:cNvSpPr/>
          <p:nvPr/>
        </p:nvSpPr>
        <p:spPr>
          <a:xfrm rot="16200000">
            <a:off x="1188613" y="417977"/>
            <a:ext cx="5518112" cy="7361933"/>
          </a:xfrm>
          <a:prstGeom prst="rect">
            <a:avLst/>
          </a:prstGeom>
          <a:gradFill flip="none" rotWithShape="1">
            <a:gsLst>
              <a:gs pos="24000">
                <a:schemeClr val="bg2">
                  <a:alpha val="0"/>
                </a:schemeClr>
              </a:gs>
              <a:gs pos="45000">
                <a:schemeClr val="bg2">
                  <a:alpha val="82000"/>
                </a:schemeClr>
              </a:gs>
              <a:gs pos="67000">
                <a:schemeClr val="bg1">
                  <a:alpha val="0"/>
                </a:schemeClr>
              </a:gs>
            </a:gsLst>
            <a:lin ang="1200000" scaled="0"/>
            <a:tileRect/>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8" name="Title 7">
            <a:extLst>
              <a:ext uri="{FF2B5EF4-FFF2-40B4-BE49-F238E27FC236}">
                <a16:creationId xmlns:a16="http://schemas.microsoft.com/office/drawing/2014/main" id="{5F9BCED7-6A0B-12F0-730B-5623879C9495}"/>
              </a:ext>
            </a:extLst>
          </p:cNvPr>
          <p:cNvSpPr>
            <a:spLocks noGrp="1"/>
          </p:cNvSpPr>
          <p:nvPr>
            <p:ph type="title"/>
          </p:nvPr>
        </p:nvSpPr>
        <p:spPr>
          <a:xfrm>
            <a:off x="266702" y="1714498"/>
            <a:ext cx="4960617" cy="4722876"/>
          </a:xfrm>
        </p:spPr>
        <p:txBody>
          <a:bodyPr/>
          <a:lstStyle>
            <a:lvl1pPr>
              <a:defRPr sz="5000"/>
            </a:lvl1pPr>
          </a:lstStyle>
          <a:p>
            <a:r>
              <a:rPr lang="en-US"/>
              <a:t>Click to edit Master title style</a:t>
            </a:r>
            <a:endParaRPr lang="en-US" dirty="0"/>
          </a:p>
        </p:txBody>
      </p:sp>
      <p:sp>
        <p:nvSpPr>
          <p:cNvPr id="13" name="Date Placeholder 12">
            <a:extLst>
              <a:ext uri="{FF2B5EF4-FFF2-40B4-BE49-F238E27FC236}">
                <a16:creationId xmlns:a16="http://schemas.microsoft.com/office/drawing/2014/main" id="{E14FBD3E-3A09-5EF4-6941-FFF3E03D5396}"/>
              </a:ext>
            </a:extLst>
          </p:cNvPr>
          <p:cNvSpPr>
            <a:spLocks noGrp="1"/>
          </p:cNvSpPr>
          <p:nvPr>
            <p:ph type="dt" sz="half" idx="14"/>
          </p:nvPr>
        </p:nvSpPr>
        <p:spPr/>
        <p:txBody>
          <a:bodyPr/>
          <a:lstStyle/>
          <a:p>
            <a:fld id="{5BCAD085-E8A6-8845-BD4E-CB4CCA059FC4}" type="datetimeFigureOut">
              <a:rPr lang="en-US" smtClean="0"/>
              <a:t>9/23/2026</a:t>
            </a:fld>
            <a:endParaRPr lang="en-US"/>
          </a:p>
        </p:txBody>
      </p:sp>
      <p:sp>
        <p:nvSpPr>
          <p:cNvPr id="14" name="Footer Placeholder 13">
            <a:extLst>
              <a:ext uri="{FF2B5EF4-FFF2-40B4-BE49-F238E27FC236}">
                <a16:creationId xmlns:a16="http://schemas.microsoft.com/office/drawing/2014/main" id="{362D8C0B-F931-385E-61C9-0E7226053F00}"/>
              </a:ext>
            </a:extLst>
          </p:cNvPr>
          <p:cNvSpPr>
            <a:spLocks noGrp="1"/>
          </p:cNvSpPr>
          <p:nvPr>
            <p:ph type="ftr" sz="quarter" idx="15"/>
          </p:nvPr>
        </p:nvSpPr>
        <p:spPr>
          <a:xfrm>
            <a:off x="7909368" y="210114"/>
            <a:ext cx="2509284" cy="365760"/>
          </a:xfrm>
        </p:spPr>
        <p:txBody>
          <a:bodyPr/>
          <a:lstStyle/>
          <a:p>
            <a:endParaRPr lang="en-US"/>
          </a:p>
        </p:txBody>
      </p:sp>
      <p:sp>
        <p:nvSpPr>
          <p:cNvPr id="15" name="Slide Number Placeholder 14">
            <a:extLst>
              <a:ext uri="{FF2B5EF4-FFF2-40B4-BE49-F238E27FC236}">
                <a16:creationId xmlns:a16="http://schemas.microsoft.com/office/drawing/2014/main" id="{07E96BDD-FAA3-3ABD-453F-3A62D97801B5}"/>
              </a:ext>
            </a:extLst>
          </p:cNvPr>
          <p:cNvSpPr>
            <a:spLocks noGrp="1"/>
          </p:cNvSpPr>
          <p:nvPr>
            <p:ph type="sldNum" sz="quarter" idx="16"/>
          </p:nvPr>
        </p:nvSpPr>
        <p:spPr/>
        <p:txBody>
          <a:bodyPr/>
          <a:lstStyle/>
          <a:p>
            <a:fld id="{C1FF6DA9-008F-8B48-92A6-B652298478BF}" type="slidenum">
              <a:rPr lang="en-US" smtClean="0"/>
              <a:t>‹#›</a:t>
            </a:fld>
            <a:endParaRPr lang="en-US"/>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7952232" y="1246951"/>
            <a:ext cx="3404277" cy="4923185"/>
          </a:xfrm>
        </p:spPr>
        <p:txBody>
          <a:bodyPr vert="horz" lIns="91440" tIns="45720" rIns="91440" bIns="45720" rtlCol="0" anchor="t">
            <a:normAutofit/>
          </a:bodyPr>
          <a:lstStyle>
            <a:lvl1pPr marL="457200" indent="-457200">
              <a:spcBef>
                <a:spcPts val="1000"/>
              </a:spcBef>
              <a:spcAft>
                <a:spcPts val="600"/>
              </a:spcAft>
              <a:buFont typeface="+mj-lt"/>
              <a:buAutoNum type="arabicPeriod"/>
              <a:defRPr lang="en-US" sz="1600" dirty="0"/>
            </a:lvl1pPr>
            <a:lvl2pPr marL="571500" indent="-342900">
              <a:spcBef>
                <a:spcPts val="1000"/>
              </a:spcBef>
              <a:spcAft>
                <a:spcPts val="600"/>
              </a:spcAft>
              <a:buFont typeface="+mj-lt"/>
              <a:buAutoNum type="arabicPeriod"/>
              <a:defRPr lang="en-US" sz="1400" dirty="0"/>
            </a:lvl2pPr>
            <a:lvl3pPr marL="800100" indent="-342900">
              <a:spcBef>
                <a:spcPts val="1000"/>
              </a:spcBef>
              <a:spcAft>
                <a:spcPts val="600"/>
              </a:spcAft>
              <a:buFont typeface="+mj-lt"/>
              <a:buAutoNum type="arabicPeriod"/>
              <a:defRPr lang="en-US" sz="1400" dirty="0"/>
            </a:lvl3pPr>
            <a:lvl4pPr>
              <a:spcBef>
                <a:spcPts val="1000"/>
              </a:spcBef>
              <a:spcAft>
                <a:spcPts val="600"/>
              </a:spcAft>
              <a:buFont typeface="+mj-lt"/>
              <a:buAutoNum type="arabicPeriod"/>
              <a:defRPr lang="en-US" sz="1400" dirty="0"/>
            </a:lvl4pPr>
            <a:lvl5pPr>
              <a:spcBef>
                <a:spcPts val="1000"/>
              </a:spcBef>
              <a:spcAft>
                <a:spcPts val="600"/>
              </a:spcAft>
              <a:buFont typeface="+mj-lt"/>
              <a:buAutoNum type="arabicPeriod"/>
              <a:defRPr lang="en-US" sz="14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12" name="Straight Connector 11">
            <a:extLst>
              <a:ext uri="{FF2B5EF4-FFF2-40B4-BE49-F238E27FC236}">
                <a16:creationId xmlns:a16="http://schemas.microsoft.com/office/drawing/2014/main" id="{5B086C0A-2B9C-7A1D-5F77-AF7402CC1F84}"/>
              </a:ext>
            </a:extLst>
          </p:cNvPr>
          <p:cNvCxnSpPr>
            <a:cxnSpLocks/>
          </p:cNvCxnSpPr>
          <p:nvPr/>
        </p:nvCxnSpPr>
        <p:spPr>
          <a:xfrm flipH="1">
            <a:off x="8002560" y="762000"/>
            <a:ext cx="3840480" cy="0"/>
          </a:xfrm>
          <a:prstGeom prst="line">
            <a:avLst/>
          </a:prstGeom>
          <a:ln w="6350">
            <a:solidFill>
              <a:schemeClr val="tx1">
                <a:lumMod val="85000"/>
                <a:alpha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788197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Agenda with Picture">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C84410D4-C581-C48F-5E1D-E93DA884342F}"/>
              </a:ext>
            </a:extLst>
          </p:cNvPr>
          <p:cNvSpPr/>
          <p:nvPr/>
        </p:nvSpPr>
        <p:spPr>
          <a:xfrm rot="10800000">
            <a:off x="14619" y="-2"/>
            <a:ext cx="12177379" cy="4492404"/>
          </a:xfrm>
          <a:prstGeom prst="rect">
            <a:avLst/>
          </a:prstGeom>
          <a:gradFill flip="none" rotWithShape="1">
            <a:gsLst>
              <a:gs pos="33000">
                <a:schemeClr val="bg2">
                  <a:alpha val="0"/>
                </a:schemeClr>
              </a:gs>
              <a:gs pos="82000">
                <a:schemeClr val="accent1">
                  <a:lumMod val="50000"/>
                  <a:alpha val="44000"/>
                </a:schemeClr>
              </a:gs>
              <a:gs pos="100000">
                <a:schemeClr val="accent3">
                  <a:lumMod val="60000"/>
                  <a:lumOff val="40000"/>
                  <a:alpha val="90000"/>
                </a:schemeClr>
              </a:gs>
            </a:gsLst>
            <a:path path="circle">
              <a:fillToRect l="100000" t="100000"/>
            </a:path>
            <a:tileRect r="-100000" b="-10000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FF8F2B01-BAAD-F03E-72D9-CC472F3A5DE5}"/>
              </a:ext>
            </a:extLst>
          </p:cNvPr>
          <p:cNvSpPr/>
          <p:nvPr/>
        </p:nvSpPr>
        <p:spPr>
          <a:xfrm flipH="1" flipV="1">
            <a:off x="723903" y="1161955"/>
            <a:ext cx="11468097" cy="3330447"/>
          </a:xfrm>
          <a:prstGeom prst="rect">
            <a:avLst/>
          </a:prstGeom>
          <a:gradFill>
            <a:gsLst>
              <a:gs pos="0">
                <a:schemeClr val="accent2">
                  <a:lumMod val="75000"/>
                </a:schemeClr>
              </a:gs>
              <a:gs pos="27000">
                <a:schemeClr val="bg2">
                  <a:alpha val="0"/>
                </a:schemeClr>
              </a:gs>
            </a:gsLst>
            <a:lin ang="5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3" name="Rectangle 2">
            <a:extLst>
              <a:ext uri="{FF2B5EF4-FFF2-40B4-BE49-F238E27FC236}">
                <a16:creationId xmlns:a16="http://schemas.microsoft.com/office/drawing/2014/main" id="{D31AE9B9-D0DC-50F5-FE7E-BCF950A9B60C}"/>
              </a:ext>
            </a:extLst>
          </p:cNvPr>
          <p:cNvSpPr/>
          <p:nvPr/>
        </p:nvSpPr>
        <p:spPr>
          <a:xfrm rot="10800000">
            <a:off x="-14621" y="-7466"/>
            <a:ext cx="6110621" cy="2500409"/>
          </a:xfrm>
          <a:prstGeom prst="rect">
            <a:avLst/>
          </a:prstGeom>
          <a:gradFill flip="none" rotWithShape="1">
            <a:gsLst>
              <a:gs pos="63000">
                <a:schemeClr val="bg2">
                  <a:alpha val="0"/>
                </a:schemeClr>
              </a:gs>
              <a:gs pos="100000">
                <a:schemeClr val="accent1">
                  <a:lumMod val="50000"/>
                </a:schemeClr>
              </a:gs>
            </a:gsLst>
            <a:lin ang="48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itle 4">
            <a:extLst>
              <a:ext uri="{FF2B5EF4-FFF2-40B4-BE49-F238E27FC236}">
                <a16:creationId xmlns:a16="http://schemas.microsoft.com/office/drawing/2014/main" id="{B4D63E47-B71F-605F-2462-F6F2ED4F115C}"/>
              </a:ext>
            </a:extLst>
          </p:cNvPr>
          <p:cNvSpPr>
            <a:spLocks noGrp="1"/>
          </p:cNvSpPr>
          <p:nvPr>
            <p:ph type="title"/>
          </p:nvPr>
        </p:nvSpPr>
        <p:spPr>
          <a:xfrm>
            <a:off x="274320" y="1468924"/>
            <a:ext cx="5096176" cy="2461308"/>
          </a:xfrm>
        </p:spPr>
        <p:txBody>
          <a:bodyPr/>
          <a:lstStyle>
            <a:lvl1pPr>
              <a:defRPr sz="5000"/>
            </a:lvl1pPr>
          </a:lstStyle>
          <a:p>
            <a:r>
              <a:rPr lang="en-US"/>
              <a:t>Click to edit Master title style</a:t>
            </a:r>
            <a:endParaRPr lang="en-US" dirty="0"/>
          </a:p>
        </p:txBody>
      </p:sp>
      <p:sp>
        <p:nvSpPr>
          <p:cNvPr id="6" name="Date Placeholder 5">
            <a:extLst>
              <a:ext uri="{FF2B5EF4-FFF2-40B4-BE49-F238E27FC236}">
                <a16:creationId xmlns:a16="http://schemas.microsoft.com/office/drawing/2014/main" id="{C3B19A28-AC79-CF20-C703-D6B27C01698A}"/>
              </a:ext>
            </a:extLst>
          </p:cNvPr>
          <p:cNvSpPr>
            <a:spLocks noGrp="1"/>
          </p:cNvSpPr>
          <p:nvPr>
            <p:ph type="dt" sz="half" idx="14"/>
          </p:nvPr>
        </p:nvSpPr>
        <p:spPr>
          <a:xfrm>
            <a:off x="419100" y="210114"/>
            <a:ext cx="2064089" cy="365760"/>
          </a:xfrm>
        </p:spPr>
        <p:txBody>
          <a:bodyPr/>
          <a:lstStyle>
            <a:lvl1pPr>
              <a:defRPr>
                <a:solidFill>
                  <a:schemeClr val="tx1"/>
                </a:solidFill>
              </a:defRPr>
            </a:lvl1pPr>
          </a:lstStyle>
          <a:p>
            <a:fld id="{5BCAD085-E8A6-8845-BD4E-CB4CCA059FC4}" type="datetimeFigureOut">
              <a:rPr lang="en-US" smtClean="0"/>
              <a:t>9/23/2026</a:t>
            </a:fld>
            <a:endParaRPr lang="en-US"/>
          </a:p>
        </p:txBody>
      </p:sp>
      <p:sp>
        <p:nvSpPr>
          <p:cNvPr id="8" name="Footer Placeholder 7">
            <a:extLst>
              <a:ext uri="{FF2B5EF4-FFF2-40B4-BE49-F238E27FC236}">
                <a16:creationId xmlns:a16="http://schemas.microsoft.com/office/drawing/2014/main" id="{19E554EC-D104-642A-5E42-E4CFB243523F}"/>
              </a:ext>
            </a:extLst>
          </p:cNvPr>
          <p:cNvSpPr>
            <a:spLocks noGrp="1"/>
          </p:cNvSpPr>
          <p:nvPr>
            <p:ph type="ftr" sz="quarter" idx="15"/>
          </p:nvPr>
        </p:nvSpPr>
        <p:spPr>
          <a:xfrm>
            <a:off x="6477000" y="210114"/>
            <a:ext cx="3251508" cy="365760"/>
          </a:xfrm>
        </p:spPr>
        <p:txBody>
          <a:bodyPr/>
          <a:lstStyle>
            <a:lvl1pPr>
              <a:defRPr>
                <a:solidFill>
                  <a:schemeClr val="tx1"/>
                </a:solidFill>
              </a:defRPr>
            </a:lvl1pPr>
          </a:lstStyle>
          <a:p>
            <a:endParaRPr lang="en-US"/>
          </a:p>
        </p:txBody>
      </p:sp>
      <p:sp>
        <p:nvSpPr>
          <p:cNvPr id="9" name="Slide Number Placeholder 8">
            <a:extLst>
              <a:ext uri="{FF2B5EF4-FFF2-40B4-BE49-F238E27FC236}">
                <a16:creationId xmlns:a16="http://schemas.microsoft.com/office/drawing/2014/main" id="{47E23A16-5291-F71A-D460-81EE611EA8B8}"/>
              </a:ext>
            </a:extLst>
          </p:cNvPr>
          <p:cNvSpPr>
            <a:spLocks noGrp="1"/>
          </p:cNvSpPr>
          <p:nvPr>
            <p:ph type="sldNum" sz="quarter" idx="16"/>
          </p:nvPr>
        </p:nvSpPr>
        <p:spPr/>
        <p:txBody>
          <a:bodyPr/>
          <a:lstStyle/>
          <a:p>
            <a:fld id="{C1FF6DA9-008F-8B48-92A6-B652298478BF}" type="slidenum">
              <a:rPr lang="en-US" smtClean="0"/>
              <a:t>‹#›</a:t>
            </a:fld>
            <a:endParaRPr lang="en-US"/>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6487383" y="1161955"/>
            <a:ext cx="4158158" cy="2768278"/>
          </a:xfrm>
        </p:spPr>
        <p:txBody>
          <a:bodyPr vert="horz" lIns="91440" tIns="45720" rIns="91440" bIns="45720" rtlCol="0" anchor="b">
            <a:normAutofit/>
          </a:bodyPr>
          <a:lstStyle>
            <a:lvl1pPr marL="457200" indent="-457200">
              <a:spcBef>
                <a:spcPts val="1000"/>
              </a:spcBef>
              <a:spcAft>
                <a:spcPts val="600"/>
              </a:spcAft>
              <a:buFont typeface="+mj-lt"/>
              <a:buAutoNum type="arabicPeriod"/>
              <a:defRPr lang="en-US" sz="1600" dirty="0"/>
            </a:lvl1pPr>
            <a:lvl2pPr marL="571500" indent="-342900">
              <a:spcBef>
                <a:spcPts val="1000"/>
              </a:spcBef>
              <a:spcAft>
                <a:spcPts val="600"/>
              </a:spcAft>
              <a:buFont typeface="+mj-lt"/>
              <a:buAutoNum type="arabicPeriod"/>
              <a:defRPr lang="en-US" sz="1400" dirty="0"/>
            </a:lvl2pPr>
            <a:lvl3pPr marL="800100" indent="-342900">
              <a:spcBef>
                <a:spcPts val="1000"/>
              </a:spcBef>
              <a:spcAft>
                <a:spcPts val="600"/>
              </a:spcAft>
              <a:buFont typeface="+mj-lt"/>
              <a:buAutoNum type="arabicPeriod"/>
              <a:defRPr lang="en-US" sz="1400" dirty="0"/>
            </a:lvl3pPr>
            <a:lvl4pPr>
              <a:spcBef>
                <a:spcPts val="1000"/>
              </a:spcBef>
              <a:spcAft>
                <a:spcPts val="600"/>
              </a:spcAft>
              <a:buFont typeface="+mj-lt"/>
              <a:buAutoNum type="arabicPeriod"/>
              <a:defRPr lang="en-US" sz="1400" dirty="0"/>
            </a:lvl4pPr>
            <a:lvl5pPr>
              <a:spcBef>
                <a:spcPts val="1000"/>
              </a:spcBef>
              <a:spcAft>
                <a:spcPts val="600"/>
              </a:spcAft>
              <a:buFont typeface="+mj-lt"/>
              <a:buAutoNum type="arabicPeriod"/>
              <a:defRPr lang="en-US" sz="14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Picture Placeholder 14">
            <a:extLst>
              <a:ext uri="{FF2B5EF4-FFF2-40B4-BE49-F238E27FC236}">
                <a16:creationId xmlns:a16="http://schemas.microsoft.com/office/drawing/2014/main" id="{C9B8CAF0-3749-D1CF-0FDA-20F4B5EE9862}"/>
              </a:ext>
            </a:extLst>
          </p:cNvPr>
          <p:cNvSpPr>
            <a:spLocks noGrp="1"/>
          </p:cNvSpPr>
          <p:nvPr>
            <p:ph type="pic" sz="quarter" idx="17" hasCustomPrompt="1"/>
          </p:nvPr>
        </p:nvSpPr>
        <p:spPr>
          <a:xfrm>
            <a:off x="0" y="4492402"/>
            <a:ext cx="12192000" cy="2365597"/>
          </a:xfrm>
          <a:blipFill>
            <a:blip r:embed="rId2">
              <a:alphaModFix amt="70000"/>
            </a:blip>
            <a:stretch>
              <a:fillRect/>
            </a:stretch>
          </a:blipFill>
        </p:spPr>
        <p:txBody>
          <a:bodyPr/>
          <a:lstStyle>
            <a:lvl1pPr>
              <a:defRPr/>
            </a:lvl1pPr>
          </a:lstStyle>
          <a:p>
            <a:r>
              <a:rPr lang="en-US" dirty="0"/>
              <a:t>   </a:t>
            </a:r>
          </a:p>
        </p:txBody>
      </p:sp>
    </p:spTree>
    <p:extLst>
      <p:ext uri="{BB962C8B-B14F-4D97-AF65-F5344CB8AC3E}">
        <p14:creationId xmlns:p14="http://schemas.microsoft.com/office/powerpoint/2010/main" val="28038234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p:cSld name="Content 2">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BC28AA25-2696-95B5-3DD1-1DDCE335B96E}"/>
              </a:ext>
            </a:extLst>
          </p:cNvPr>
          <p:cNvSpPr/>
          <p:nvPr/>
        </p:nvSpPr>
        <p:spPr>
          <a:xfrm>
            <a:off x="0" y="0"/>
            <a:ext cx="12192000" cy="6869579"/>
          </a:xfrm>
          <a:prstGeom prst="rect">
            <a:avLst/>
          </a:prstGeom>
          <a:gradFill flip="none" rotWithShape="1">
            <a:gsLst>
              <a:gs pos="23000">
                <a:schemeClr val="bg2">
                  <a:alpha val="0"/>
                </a:schemeClr>
              </a:gs>
              <a:gs pos="61000">
                <a:schemeClr val="accent1">
                  <a:lumMod val="50000"/>
                  <a:alpha val="50000"/>
                </a:schemeClr>
              </a:gs>
              <a:gs pos="100000">
                <a:schemeClr val="accent3">
                  <a:lumMod val="60000"/>
                  <a:lumOff val="40000"/>
                </a:schemeClr>
              </a:gs>
            </a:gsLst>
            <a:lin ang="18600000" scaled="0"/>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DE6450F3-50BF-885C-FD60-BACC77C3F1E0}"/>
              </a:ext>
            </a:extLst>
          </p:cNvPr>
          <p:cNvSpPr/>
          <p:nvPr/>
        </p:nvSpPr>
        <p:spPr>
          <a:xfrm flipH="1" flipV="1">
            <a:off x="0" y="1727456"/>
            <a:ext cx="12192001" cy="5130541"/>
          </a:xfrm>
          <a:prstGeom prst="rect">
            <a:avLst/>
          </a:prstGeom>
          <a:gradFill>
            <a:gsLst>
              <a:gs pos="0">
                <a:schemeClr val="accent2">
                  <a:lumMod val="75000"/>
                </a:schemeClr>
              </a:gs>
              <a:gs pos="45000">
                <a:schemeClr val="bg2">
                  <a:alpha val="0"/>
                </a:schemeClr>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9" name="Rectangle 8">
            <a:extLst>
              <a:ext uri="{FF2B5EF4-FFF2-40B4-BE49-F238E27FC236}">
                <a16:creationId xmlns:a16="http://schemas.microsoft.com/office/drawing/2014/main" id="{3D53C05B-A90A-250E-CBC3-E741A87656D9}"/>
              </a:ext>
            </a:extLst>
          </p:cNvPr>
          <p:cNvSpPr/>
          <p:nvPr/>
        </p:nvSpPr>
        <p:spPr>
          <a:xfrm rot="5400000">
            <a:off x="4285048" y="-1037373"/>
            <a:ext cx="6869579" cy="8944324"/>
          </a:xfrm>
          <a:prstGeom prst="rect">
            <a:avLst/>
          </a:prstGeom>
          <a:gradFill flip="none" rotWithShape="1">
            <a:gsLst>
              <a:gs pos="60000">
                <a:schemeClr val="accent5">
                  <a:alpha val="0"/>
                </a:schemeClr>
              </a:gs>
              <a:gs pos="94000">
                <a:schemeClr val="accent3">
                  <a:lumMod val="20000"/>
                  <a:lumOff val="80000"/>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D0B1BC43-B272-D419-E8BB-6EFDB7CB6DE6}"/>
              </a:ext>
            </a:extLst>
          </p:cNvPr>
          <p:cNvSpPr/>
          <p:nvPr/>
        </p:nvSpPr>
        <p:spPr>
          <a:xfrm rot="16200000">
            <a:off x="3586718" y="-681705"/>
            <a:ext cx="6783165" cy="8296238"/>
          </a:xfrm>
          <a:prstGeom prst="rect">
            <a:avLst/>
          </a:prstGeom>
          <a:gradFill flip="none" rotWithShape="1">
            <a:gsLst>
              <a:gs pos="26000">
                <a:schemeClr val="bg2"/>
              </a:gs>
              <a:gs pos="73000">
                <a:schemeClr val="bg2">
                  <a:alpha val="0"/>
                </a:schemeClr>
              </a:gs>
            </a:gsLst>
            <a:path path="circle">
              <a:fillToRect l="50000" t="50000" r="50000" b="50000"/>
            </a:path>
            <a:tileRect/>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cxnSp>
        <p:nvCxnSpPr>
          <p:cNvPr id="11" name="Straight Connector 10">
            <a:extLst>
              <a:ext uri="{FF2B5EF4-FFF2-40B4-BE49-F238E27FC236}">
                <a16:creationId xmlns:a16="http://schemas.microsoft.com/office/drawing/2014/main" id="{9E9B18E3-016A-6508-4AB9-C1B35F40CE8C}"/>
              </a:ext>
            </a:extLst>
          </p:cNvPr>
          <p:cNvCxnSpPr>
            <a:cxnSpLocks/>
          </p:cNvCxnSpPr>
          <p:nvPr/>
        </p:nvCxnSpPr>
        <p:spPr>
          <a:xfrm flipH="1">
            <a:off x="394716" y="6101080"/>
            <a:ext cx="11402568" cy="0"/>
          </a:xfrm>
          <a:prstGeom prst="line">
            <a:avLst/>
          </a:prstGeom>
          <a:ln w="6350">
            <a:solidFill>
              <a:schemeClr val="tx1">
                <a:lumMod val="85000"/>
                <a:alpha val="50000"/>
              </a:schemeClr>
            </a:solidFill>
          </a:ln>
        </p:spPr>
        <p:style>
          <a:lnRef idx="1">
            <a:schemeClr val="accent1"/>
          </a:lnRef>
          <a:fillRef idx="0">
            <a:schemeClr val="accent1"/>
          </a:fillRef>
          <a:effectRef idx="0">
            <a:schemeClr val="accent1"/>
          </a:effectRef>
          <a:fontRef idx="minor">
            <a:schemeClr val="tx1"/>
          </a:fontRef>
        </p:style>
      </p:cxnSp>
      <p:sp>
        <p:nvSpPr>
          <p:cNvPr id="12" name="Rectangle 11">
            <a:extLst>
              <a:ext uri="{FF2B5EF4-FFF2-40B4-BE49-F238E27FC236}">
                <a16:creationId xmlns:a16="http://schemas.microsoft.com/office/drawing/2014/main" id="{C44A4757-EA69-EF77-262C-A183AC218312}"/>
              </a:ext>
            </a:extLst>
          </p:cNvPr>
          <p:cNvSpPr/>
          <p:nvPr/>
        </p:nvSpPr>
        <p:spPr>
          <a:xfrm rot="10800000">
            <a:off x="0" y="1"/>
            <a:ext cx="12192000" cy="5281424"/>
          </a:xfrm>
          <a:prstGeom prst="rect">
            <a:avLst/>
          </a:prstGeom>
          <a:gradFill flip="none" rotWithShape="1">
            <a:gsLst>
              <a:gs pos="52000">
                <a:schemeClr val="accent2">
                  <a:lumMod val="50000"/>
                  <a:alpha val="0"/>
                </a:schemeClr>
              </a:gs>
              <a:gs pos="100000">
                <a:schemeClr val="accent1">
                  <a:lumMod val="75000"/>
                </a:schemeClr>
              </a:gs>
            </a:gsLst>
            <a:lin ang="42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301751" y="914400"/>
            <a:ext cx="7498080" cy="2621280"/>
          </a:xfrm>
        </p:spPr>
        <p:txBody>
          <a:bodyPr anchor="b">
            <a:normAutofit/>
          </a:bodyPr>
          <a:lstStyle>
            <a:lvl1pPr>
              <a:defRPr sz="4800" b="0">
                <a:solidFill>
                  <a:schemeClr val="tx1"/>
                </a:solidFill>
              </a:defRPr>
            </a:lvl1pPr>
          </a:lstStyle>
          <a:p>
            <a:r>
              <a:rPr lang="en-US"/>
              <a:t>Click to edit Master title style</a:t>
            </a:r>
          </a:p>
        </p:txBody>
      </p:sp>
      <p:sp>
        <p:nvSpPr>
          <p:cNvPr id="4" name="Date Placeholder 3">
            <a:extLst>
              <a:ext uri="{FF2B5EF4-FFF2-40B4-BE49-F238E27FC236}">
                <a16:creationId xmlns:a16="http://schemas.microsoft.com/office/drawing/2014/main" id="{2BF3AD86-30C4-61DF-3300-53A4A4BB6D4D}"/>
              </a:ext>
            </a:extLst>
          </p:cNvPr>
          <p:cNvSpPr>
            <a:spLocks noGrp="1"/>
          </p:cNvSpPr>
          <p:nvPr>
            <p:ph type="dt" sz="half" idx="14"/>
          </p:nvPr>
        </p:nvSpPr>
        <p:spPr/>
        <p:txBody>
          <a:bodyPr/>
          <a:lstStyle/>
          <a:p>
            <a:fld id="{5BCAD085-E8A6-8845-BD4E-CB4CCA059FC4}" type="datetimeFigureOut">
              <a:rPr lang="en-US" smtClean="0"/>
              <a:t>9/23/2026</a:t>
            </a:fld>
            <a:endParaRPr lang="en-US"/>
          </a:p>
        </p:txBody>
      </p:sp>
      <p:sp>
        <p:nvSpPr>
          <p:cNvPr id="5" name="Footer Placeholder 4">
            <a:extLst>
              <a:ext uri="{FF2B5EF4-FFF2-40B4-BE49-F238E27FC236}">
                <a16:creationId xmlns:a16="http://schemas.microsoft.com/office/drawing/2014/main" id="{B40ED380-F3FA-F88A-4719-014588A2E13B}"/>
              </a:ext>
            </a:extLst>
          </p:cNvPr>
          <p:cNvSpPr>
            <a:spLocks noGrp="1"/>
          </p:cNvSpPr>
          <p:nvPr>
            <p:ph type="ftr" sz="quarter" idx="15"/>
          </p:nvPr>
        </p:nvSpPr>
        <p:spPr/>
        <p:txBody>
          <a:bodyPr/>
          <a:lstStyle/>
          <a:p>
            <a:endParaRPr lang="en-US"/>
          </a:p>
        </p:txBody>
      </p:sp>
      <p:sp>
        <p:nvSpPr>
          <p:cNvPr id="6" name="Slide Number Placeholder 5">
            <a:extLst>
              <a:ext uri="{FF2B5EF4-FFF2-40B4-BE49-F238E27FC236}">
                <a16:creationId xmlns:a16="http://schemas.microsoft.com/office/drawing/2014/main" id="{A218F7C8-EA2A-EA2C-5113-86B95AACB171}"/>
              </a:ext>
            </a:extLst>
          </p:cNvPr>
          <p:cNvSpPr>
            <a:spLocks noGrp="1"/>
          </p:cNvSpPr>
          <p:nvPr>
            <p:ph type="sldNum" sz="quarter" idx="16"/>
          </p:nvPr>
        </p:nvSpPr>
        <p:spPr/>
        <p:txBody>
          <a:bodyPr/>
          <a:lstStyle/>
          <a:p>
            <a:fld id="{C1FF6DA9-008F-8B48-92A6-B652298478BF}" type="slidenum">
              <a:rPr lang="en-US" smtClean="0"/>
              <a:t>‹#›</a:t>
            </a:fld>
            <a:endParaRPr lang="en-US"/>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301751" y="3901440"/>
            <a:ext cx="7498080" cy="1828800"/>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52084125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p:cSld name="Content 3">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ACB42C01-B12A-AF17-D0E9-403E14D1D1A7}"/>
              </a:ext>
            </a:extLst>
          </p:cNvPr>
          <p:cNvSpPr/>
          <p:nvPr/>
        </p:nvSpPr>
        <p:spPr>
          <a:xfrm rot="10800000" flipH="1">
            <a:off x="391802" y="773848"/>
            <a:ext cx="11800198" cy="3151902"/>
          </a:xfrm>
          <a:prstGeom prst="rect">
            <a:avLst/>
          </a:prstGeom>
          <a:gradFill>
            <a:gsLst>
              <a:gs pos="79000">
                <a:schemeClr val="bg2">
                  <a:alpha val="0"/>
                </a:schemeClr>
              </a:gs>
              <a:gs pos="100000">
                <a:schemeClr val="accent5">
                  <a:lumMod val="75000"/>
                </a:schemeClr>
              </a:gs>
            </a:gsLst>
            <a:lin ang="528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A04AA29D-41E7-06F1-DA88-95401F827C71}"/>
              </a:ext>
            </a:extLst>
          </p:cNvPr>
          <p:cNvSpPr/>
          <p:nvPr/>
        </p:nvSpPr>
        <p:spPr>
          <a:xfrm rot="10800000" flipH="1">
            <a:off x="0" y="773847"/>
            <a:ext cx="11026588" cy="1634270"/>
          </a:xfrm>
          <a:prstGeom prst="rect">
            <a:avLst/>
          </a:prstGeom>
          <a:gradFill flip="none" rotWithShape="1">
            <a:gsLst>
              <a:gs pos="575">
                <a:schemeClr val="accent2"/>
              </a:gs>
              <a:gs pos="37000">
                <a:schemeClr val="bg1">
                  <a:alpha val="0"/>
                </a:schemeClr>
              </a:gs>
            </a:gsLst>
            <a:lin ang="168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866900" y="1918144"/>
            <a:ext cx="2939186" cy="2096814"/>
          </a:xfrm>
        </p:spPr>
        <p:txBody>
          <a:bodyPr vert="horz" lIns="91440" tIns="45720" rIns="91440" bIns="45720" rtlCol="0" anchor="t">
            <a:normAutofit/>
          </a:bodyPr>
          <a:lstStyle>
            <a:lvl1pPr>
              <a:defRPr lang="en-US" dirty="0">
                <a:solidFill>
                  <a:schemeClr val="tx1"/>
                </a:solidFill>
              </a:defRPr>
            </a:lvl1pPr>
          </a:lstStyle>
          <a:p>
            <a:pPr lvl="0"/>
            <a:r>
              <a:rPr lang="en-US"/>
              <a:t>Click to edit Master title style</a:t>
            </a:r>
          </a:p>
        </p:txBody>
      </p:sp>
      <p:sp>
        <p:nvSpPr>
          <p:cNvPr id="3" name="Date Placeholder 2">
            <a:extLst>
              <a:ext uri="{FF2B5EF4-FFF2-40B4-BE49-F238E27FC236}">
                <a16:creationId xmlns:a16="http://schemas.microsoft.com/office/drawing/2014/main" id="{11C4CAAF-9048-5116-D3C8-15E595C3BC25}"/>
              </a:ext>
            </a:extLst>
          </p:cNvPr>
          <p:cNvSpPr>
            <a:spLocks noGrp="1"/>
          </p:cNvSpPr>
          <p:nvPr>
            <p:ph type="dt" sz="half" idx="14"/>
          </p:nvPr>
        </p:nvSpPr>
        <p:spPr/>
        <p:txBody>
          <a:bodyPr/>
          <a:lstStyle/>
          <a:p>
            <a:fld id="{5BCAD085-E8A6-8845-BD4E-CB4CCA059FC4}" type="datetimeFigureOut">
              <a:rPr lang="en-US" smtClean="0"/>
              <a:t>9/23/2026</a:t>
            </a:fld>
            <a:endParaRPr lang="en-US"/>
          </a:p>
        </p:txBody>
      </p:sp>
      <p:sp>
        <p:nvSpPr>
          <p:cNvPr id="7" name="Footer Placeholder 6">
            <a:extLst>
              <a:ext uri="{FF2B5EF4-FFF2-40B4-BE49-F238E27FC236}">
                <a16:creationId xmlns:a16="http://schemas.microsoft.com/office/drawing/2014/main" id="{F3B715D2-E75C-A2E6-CE7A-70CE2EFA5E82}"/>
              </a:ext>
            </a:extLst>
          </p:cNvPr>
          <p:cNvSpPr>
            <a:spLocks noGrp="1"/>
          </p:cNvSpPr>
          <p:nvPr>
            <p:ph type="ftr" sz="quarter" idx="15"/>
          </p:nvPr>
        </p:nvSpPr>
        <p:spPr>
          <a:xfrm>
            <a:off x="5334000" y="210114"/>
            <a:ext cx="2939491" cy="365760"/>
          </a:xfrm>
        </p:spPr>
        <p:txBody>
          <a:bodyPr/>
          <a:lstStyle/>
          <a:p>
            <a:endParaRPr lang="en-US"/>
          </a:p>
        </p:txBody>
      </p:sp>
      <p:sp>
        <p:nvSpPr>
          <p:cNvPr id="9" name="Slide Number Placeholder 8">
            <a:extLst>
              <a:ext uri="{FF2B5EF4-FFF2-40B4-BE49-F238E27FC236}">
                <a16:creationId xmlns:a16="http://schemas.microsoft.com/office/drawing/2014/main" id="{CBF8E49B-DD4C-66AF-8D2C-52110DB227F6}"/>
              </a:ext>
            </a:extLst>
          </p:cNvPr>
          <p:cNvSpPr>
            <a:spLocks noGrp="1"/>
          </p:cNvSpPr>
          <p:nvPr>
            <p:ph type="sldNum" sz="quarter" idx="16"/>
          </p:nvPr>
        </p:nvSpPr>
        <p:spPr/>
        <p:txBody>
          <a:bodyPr/>
          <a:lstStyle/>
          <a:p>
            <a:fld id="{C1FF6DA9-008F-8B48-92A6-B652298478BF}" type="slidenum">
              <a:rPr lang="en-US" smtClean="0"/>
              <a:t>‹#›</a:t>
            </a:fld>
            <a:endParaRPr lang="en-US"/>
          </a:p>
        </p:txBody>
      </p:sp>
      <p:sp>
        <p:nvSpPr>
          <p:cNvPr id="8" name="Content Placeholder 7">
            <a:extLst>
              <a:ext uri="{FF2B5EF4-FFF2-40B4-BE49-F238E27FC236}">
                <a16:creationId xmlns:a16="http://schemas.microsoft.com/office/drawing/2014/main" id="{8C71126E-AEFA-B45A-CD39-AC1315E03339}"/>
              </a:ext>
            </a:extLst>
          </p:cNvPr>
          <p:cNvSpPr>
            <a:spLocks noGrp="1"/>
          </p:cNvSpPr>
          <p:nvPr>
            <p:ph sz="quarter" idx="13"/>
          </p:nvPr>
        </p:nvSpPr>
        <p:spPr>
          <a:xfrm>
            <a:off x="5334000" y="1918145"/>
            <a:ext cx="4991100" cy="413303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99662043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Content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01752" y="952500"/>
            <a:ext cx="3332784" cy="1581912"/>
          </a:xfrm>
        </p:spPr>
        <p:txBody>
          <a:bodyPr anchor="b"/>
          <a:lstStyle/>
          <a:p>
            <a:r>
              <a:rPr lang="en-US"/>
              <a:t>Click to edit Master title style</a:t>
            </a:r>
          </a:p>
        </p:txBody>
      </p:sp>
      <p:sp>
        <p:nvSpPr>
          <p:cNvPr id="3" name="Date Placeholder 2">
            <a:extLst>
              <a:ext uri="{FF2B5EF4-FFF2-40B4-BE49-F238E27FC236}">
                <a16:creationId xmlns:a16="http://schemas.microsoft.com/office/drawing/2014/main" id="{99BE2343-B677-7565-070B-CEED0B0D5463}"/>
              </a:ext>
            </a:extLst>
          </p:cNvPr>
          <p:cNvSpPr>
            <a:spLocks noGrp="1"/>
          </p:cNvSpPr>
          <p:nvPr>
            <p:ph type="dt" sz="half" idx="16"/>
          </p:nvPr>
        </p:nvSpPr>
        <p:spPr>
          <a:xfrm>
            <a:off x="301752" y="205986"/>
            <a:ext cx="1097280" cy="365760"/>
          </a:xfrm>
        </p:spPr>
        <p:txBody>
          <a:bodyPr/>
          <a:lstStyle/>
          <a:p>
            <a:fld id="{5BCAD085-E8A6-8845-BD4E-CB4CCA059FC4}" type="datetimeFigureOut">
              <a:rPr lang="en-US" smtClean="0"/>
              <a:t>9/23/2026</a:t>
            </a:fld>
            <a:endParaRPr lang="en-US"/>
          </a:p>
        </p:txBody>
      </p:sp>
      <p:sp>
        <p:nvSpPr>
          <p:cNvPr id="4" name="Footer Placeholder 3">
            <a:extLst>
              <a:ext uri="{FF2B5EF4-FFF2-40B4-BE49-F238E27FC236}">
                <a16:creationId xmlns:a16="http://schemas.microsoft.com/office/drawing/2014/main" id="{8D8C8E1E-13A9-668C-1F5C-BC271E6A05CF}"/>
              </a:ext>
            </a:extLst>
          </p:cNvPr>
          <p:cNvSpPr>
            <a:spLocks noGrp="1"/>
          </p:cNvSpPr>
          <p:nvPr>
            <p:ph type="ftr" sz="quarter" idx="17"/>
          </p:nvPr>
        </p:nvSpPr>
        <p:spPr>
          <a:xfrm>
            <a:off x="1494378" y="207291"/>
            <a:ext cx="1639372" cy="365760"/>
          </a:xfrm>
        </p:spPr>
        <p:txBody>
          <a:bodyPr/>
          <a:lstStyle/>
          <a:p>
            <a:endParaRPr lang="en-US"/>
          </a:p>
        </p:txBody>
      </p:sp>
      <p:sp>
        <p:nvSpPr>
          <p:cNvPr id="9" name="Slide Number Placeholder 8">
            <a:extLst>
              <a:ext uri="{FF2B5EF4-FFF2-40B4-BE49-F238E27FC236}">
                <a16:creationId xmlns:a16="http://schemas.microsoft.com/office/drawing/2014/main" id="{394BC881-6669-50F2-64F2-57BD81A93BCE}"/>
              </a:ext>
            </a:extLst>
          </p:cNvPr>
          <p:cNvSpPr>
            <a:spLocks noGrp="1"/>
          </p:cNvSpPr>
          <p:nvPr>
            <p:ph type="sldNum" sz="quarter" idx="18"/>
          </p:nvPr>
        </p:nvSpPr>
        <p:spPr>
          <a:xfrm>
            <a:off x="3140760" y="210114"/>
            <a:ext cx="493776" cy="365760"/>
          </a:xfrm>
        </p:spPr>
        <p:txBody>
          <a:bodyPr/>
          <a:lstStyle/>
          <a:p>
            <a:fld id="{C1FF6DA9-008F-8B48-92A6-B652298478BF}" type="slidenum">
              <a:rPr lang="en-US" smtClean="0"/>
              <a:t>‹#›</a:t>
            </a:fld>
            <a:endParaRPr lang="en-US"/>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301752" y="3099816"/>
            <a:ext cx="3332784" cy="3054096"/>
          </a:xfrm>
        </p:spPr>
        <p:txBody>
          <a:bodyPr>
            <a:normAutofit/>
          </a:bodyPr>
          <a:lstStyle>
            <a:lvl1pPr marL="0" indent="0">
              <a:buNone/>
              <a:defRPr sz="1400"/>
            </a:lvl1pPr>
            <a:lvl2pPr marL="228600" indent="0">
              <a:buNone/>
              <a:defRPr sz="1400"/>
            </a:lvl2pPr>
            <a:lvl3pPr marL="457200" indent="0">
              <a:buNone/>
              <a:defRPr sz="1400"/>
            </a:lvl3pPr>
            <a:lvl4pPr marL="685800" indent="0">
              <a:buNone/>
              <a:defRPr sz="1400"/>
            </a:lvl4pPr>
            <a:lvl5pPr marL="914400" indent="0">
              <a:buNone/>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Picture Placeholder 9">
            <a:extLst>
              <a:ext uri="{FF2B5EF4-FFF2-40B4-BE49-F238E27FC236}">
                <a16:creationId xmlns:a16="http://schemas.microsoft.com/office/drawing/2014/main" id="{F93A3E8A-C3F5-3D0B-FDE4-68B52DFE7196}"/>
              </a:ext>
            </a:extLst>
          </p:cNvPr>
          <p:cNvSpPr>
            <a:spLocks noGrp="1"/>
          </p:cNvSpPr>
          <p:nvPr>
            <p:ph type="pic" sz="quarter" idx="15" hasCustomPrompt="1"/>
          </p:nvPr>
        </p:nvSpPr>
        <p:spPr>
          <a:xfrm>
            <a:off x="4152900" y="0"/>
            <a:ext cx="8039100" cy="6858000"/>
          </a:xfrm>
          <a:blipFill dpi="0" rotWithShape="1">
            <a:blip r:embed="rId2">
              <a:alphaModFix amt="60000"/>
            </a:blip>
            <a:srcRect/>
            <a:stretch>
              <a:fillRect/>
            </a:stretch>
          </a:blipFill>
        </p:spPr>
        <p:txBody>
          <a:bodyPr/>
          <a:lstStyle>
            <a:lvl1pPr>
              <a:defRPr/>
            </a:lvl1pPr>
          </a:lstStyle>
          <a:p>
            <a:r>
              <a:rPr lang="en-US" dirty="0"/>
              <a:t>   </a:t>
            </a:r>
          </a:p>
        </p:txBody>
      </p:sp>
      <p:cxnSp>
        <p:nvCxnSpPr>
          <p:cNvPr id="5" name="Straight Connector 4">
            <a:extLst>
              <a:ext uri="{FF2B5EF4-FFF2-40B4-BE49-F238E27FC236}">
                <a16:creationId xmlns:a16="http://schemas.microsoft.com/office/drawing/2014/main" id="{2A942C55-3382-C50D-76EB-793EA21DA34F}"/>
              </a:ext>
            </a:extLst>
          </p:cNvPr>
          <p:cNvCxnSpPr>
            <a:cxnSpLocks/>
          </p:cNvCxnSpPr>
          <p:nvPr/>
        </p:nvCxnSpPr>
        <p:spPr>
          <a:xfrm flipH="1">
            <a:off x="397288" y="2811277"/>
            <a:ext cx="3246138" cy="0"/>
          </a:xfrm>
          <a:prstGeom prst="line">
            <a:avLst/>
          </a:prstGeom>
          <a:ln w="6350">
            <a:solidFill>
              <a:schemeClr val="tx1">
                <a:lumMod val="75000"/>
                <a:alpha val="34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2469050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Content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01752" y="4282051"/>
            <a:ext cx="3410958" cy="1532976"/>
          </a:xfrm>
        </p:spPr>
        <p:txBody>
          <a:bodyPr anchor="t">
            <a:normAutofit/>
          </a:bodyPr>
          <a:lstStyle>
            <a:lvl1pPr>
              <a:defRPr sz="2800"/>
            </a:lvl1pPr>
          </a:lstStyle>
          <a:p>
            <a:r>
              <a:rPr lang="en-US"/>
              <a:t>Click to edit Master title style</a:t>
            </a:r>
          </a:p>
        </p:txBody>
      </p:sp>
      <p:sp>
        <p:nvSpPr>
          <p:cNvPr id="4" name="Picture Placeholder 3">
            <a:extLst>
              <a:ext uri="{FF2B5EF4-FFF2-40B4-BE49-F238E27FC236}">
                <a16:creationId xmlns:a16="http://schemas.microsoft.com/office/drawing/2014/main" id="{1C17E7B2-E2F9-D41D-D140-E89E0C3F5B96}"/>
              </a:ext>
            </a:extLst>
          </p:cNvPr>
          <p:cNvSpPr>
            <a:spLocks noGrp="1"/>
          </p:cNvSpPr>
          <p:nvPr>
            <p:ph type="pic" sz="quarter" idx="16" hasCustomPrompt="1"/>
          </p:nvPr>
        </p:nvSpPr>
        <p:spPr>
          <a:xfrm>
            <a:off x="0" y="0"/>
            <a:ext cx="12192000" cy="3864075"/>
          </a:xfrm>
          <a:blipFill dpi="0" rotWithShape="1">
            <a:blip r:embed="rId2">
              <a:alphaModFix amt="60000"/>
            </a:blip>
            <a:srcRect/>
            <a:stretch>
              <a:fillRect/>
            </a:stretch>
          </a:blipFill>
        </p:spPr>
        <p:txBody>
          <a:bodyPr/>
          <a:lstStyle>
            <a:lvl1pPr>
              <a:defRPr/>
            </a:lvl1pPr>
          </a:lstStyle>
          <a:p>
            <a:r>
              <a:rPr lang="en-US" dirty="0"/>
              <a:t>   </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480560" y="4282051"/>
            <a:ext cx="7010399" cy="1532976"/>
          </a:xfrm>
        </p:spPr>
        <p:txBody>
          <a:bodyPr>
            <a:noAutofit/>
          </a:bodyPr>
          <a:lstStyle>
            <a:lvl1pPr marL="0" indent="0">
              <a:buFont typeface="Arial" panose="020B0604020202020204" pitchFamily="34" charset="0"/>
              <a:buNone/>
              <a:defRPr sz="1600"/>
            </a:lvl1pPr>
            <a:lvl2pPr marL="228600" indent="0">
              <a:buFont typeface="Arial" panose="020B0604020202020204" pitchFamily="34" charset="0"/>
              <a:buNone/>
              <a:defRPr sz="1400"/>
            </a:lvl2pPr>
            <a:lvl3pPr marL="457200" indent="0">
              <a:buFont typeface="Arial" panose="020B0604020202020204" pitchFamily="34" charset="0"/>
              <a:buNone/>
              <a:defRPr sz="1200"/>
            </a:lvl3pPr>
            <a:lvl4pPr marL="685800" indent="0">
              <a:buFont typeface="Arial" panose="020B0604020202020204" pitchFamily="34" charset="0"/>
              <a:buNone/>
              <a:defRPr sz="1100"/>
            </a:lvl4pPr>
            <a:lvl5pPr marL="914400" indent="0">
              <a:buFont typeface="Arial" panose="020B0604020202020204" pitchFamily="34" charset="0"/>
              <a:buNone/>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301752" y="6263640"/>
            <a:ext cx="1759288" cy="365760"/>
          </a:xfrm>
        </p:spPr>
        <p:txBody>
          <a:bodyPr/>
          <a:lstStyle/>
          <a:p>
            <a:fld id="{5BCAD085-E8A6-8845-BD4E-CB4CCA059FC4}" type="datetimeFigureOut">
              <a:rPr lang="en-US" smtClean="0"/>
              <a:t>9/23/2026</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4480560" y="6263640"/>
            <a:ext cx="2509284" cy="365760"/>
          </a:xfrm>
        </p:spPr>
        <p:txBody>
          <a:bodyPr/>
          <a:lstStyle/>
          <a:p>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300323" y="6263640"/>
            <a:ext cx="605475" cy="365760"/>
          </a:xfrm>
        </p:spPr>
        <p:txBody>
          <a:bodyPr/>
          <a:lstStyle/>
          <a:p>
            <a:fld id="{C1FF6DA9-008F-8B48-92A6-B652298478BF}" type="slidenum">
              <a:rPr lang="en-US" smtClean="0"/>
              <a:t>‹#›</a:t>
            </a:fld>
            <a:endParaRPr lang="en-US"/>
          </a:p>
        </p:txBody>
      </p:sp>
      <p:cxnSp>
        <p:nvCxnSpPr>
          <p:cNvPr id="9" name="Straight Connector 8">
            <a:extLst>
              <a:ext uri="{FF2B5EF4-FFF2-40B4-BE49-F238E27FC236}">
                <a16:creationId xmlns:a16="http://schemas.microsoft.com/office/drawing/2014/main" id="{16192296-0A21-2685-A792-B2723855E5B3}"/>
              </a:ext>
            </a:extLst>
          </p:cNvPr>
          <p:cNvCxnSpPr>
            <a:cxnSpLocks/>
          </p:cNvCxnSpPr>
          <p:nvPr/>
        </p:nvCxnSpPr>
        <p:spPr>
          <a:xfrm flipH="1">
            <a:off x="394716" y="6095193"/>
            <a:ext cx="11402568" cy="0"/>
          </a:xfrm>
          <a:prstGeom prst="line">
            <a:avLst/>
          </a:prstGeom>
          <a:ln w="6350">
            <a:solidFill>
              <a:schemeClr val="tx1">
                <a:lumMod val="50000"/>
                <a:alpha val="6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2814325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Content with Picture 3">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9D0E9D96-CB28-0F2C-BBB9-CE51B3EEBF53}"/>
              </a:ext>
            </a:extLst>
          </p:cNvPr>
          <p:cNvSpPr/>
          <p:nvPr/>
        </p:nvSpPr>
        <p:spPr>
          <a:xfrm flipH="1">
            <a:off x="6959599" y="5749680"/>
            <a:ext cx="5232400" cy="1108320"/>
          </a:xfrm>
          <a:prstGeom prst="rect">
            <a:avLst/>
          </a:prstGeom>
          <a:gradFill>
            <a:gsLst>
              <a:gs pos="65000">
                <a:schemeClr val="accent1">
                  <a:lumMod val="50000"/>
                  <a:alpha val="0"/>
                </a:schemeClr>
              </a:gs>
              <a:gs pos="100000">
                <a:schemeClr val="accent6">
                  <a:lumMod val="75000"/>
                </a:schemeClr>
              </a:gs>
            </a:gsLst>
            <a:lin ang="57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491984" y="955810"/>
            <a:ext cx="4114800" cy="1244051"/>
          </a:xfrm>
        </p:spPr>
        <p:txBody>
          <a:bodyPr anchor="b"/>
          <a:lstStyle/>
          <a:p>
            <a:r>
              <a:rPr lang="en-US"/>
              <a:t>Click to edit Master title style</a:t>
            </a:r>
          </a:p>
        </p:txBody>
      </p:sp>
      <p:sp>
        <p:nvSpPr>
          <p:cNvPr id="12" name="Picture Placeholder 11">
            <a:extLst>
              <a:ext uri="{FF2B5EF4-FFF2-40B4-BE49-F238E27FC236}">
                <a16:creationId xmlns:a16="http://schemas.microsoft.com/office/drawing/2014/main" id="{F8A45037-DD9A-9287-B37A-49CD4CC3CAFB}"/>
              </a:ext>
            </a:extLst>
          </p:cNvPr>
          <p:cNvSpPr>
            <a:spLocks noGrp="1"/>
          </p:cNvSpPr>
          <p:nvPr>
            <p:ph type="pic" sz="quarter" idx="15" hasCustomPrompt="1"/>
          </p:nvPr>
        </p:nvSpPr>
        <p:spPr>
          <a:xfrm>
            <a:off x="0" y="1"/>
            <a:ext cx="6959600" cy="6858000"/>
          </a:xfrm>
          <a:blipFill>
            <a:blip r:embed="rId2">
              <a:alphaModFix amt="60000"/>
            </a:blip>
            <a:stretch>
              <a:fillRect/>
            </a:stretch>
          </a:blipFill>
        </p:spPr>
        <p:txBody>
          <a:bodyPr/>
          <a:lstStyle>
            <a:lvl1pPr>
              <a:defRPr/>
            </a:lvl1pPr>
          </a:lstStyle>
          <a:p>
            <a:r>
              <a:rPr lang="en-US" dirty="0"/>
              <a:t>   </a:t>
            </a:r>
          </a:p>
        </p:txBody>
      </p:sp>
      <p:sp>
        <p:nvSpPr>
          <p:cNvPr id="4" name="Date Placeholder 3">
            <a:extLst>
              <a:ext uri="{FF2B5EF4-FFF2-40B4-BE49-F238E27FC236}">
                <a16:creationId xmlns:a16="http://schemas.microsoft.com/office/drawing/2014/main" id="{1762B38A-33A6-F8AC-C9B9-FA400D29071B}"/>
              </a:ext>
            </a:extLst>
          </p:cNvPr>
          <p:cNvSpPr>
            <a:spLocks noGrp="1"/>
          </p:cNvSpPr>
          <p:nvPr>
            <p:ph type="dt" sz="half" idx="16"/>
          </p:nvPr>
        </p:nvSpPr>
        <p:spPr>
          <a:xfrm>
            <a:off x="7469431" y="210114"/>
            <a:ext cx="1485900" cy="365760"/>
          </a:xfrm>
        </p:spPr>
        <p:txBody>
          <a:bodyPr/>
          <a:lstStyle/>
          <a:p>
            <a:fld id="{5BCAD085-E8A6-8845-BD4E-CB4CCA059FC4}" type="datetimeFigureOut">
              <a:rPr lang="en-US" smtClean="0"/>
              <a:t>9/23/2026</a:t>
            </a:fld>
            <a:endParaRPr lang="en-US"/>
          </a:p>
        </p:txBody>
      </p:sp>
      <p:sp>
        <p:nvSpPr>
          <p:cNvPr id="11" name="Footer Placeholder 10">
            <a:extLst>
              <a:ext uri="{FF2B5EF4-FFF2-40B4-BE49-F238E27FC236}">
                <a16:creationId xmlns:a16="http://schemas.microsoft.com/office/drawing/2014/main" id="{6F5CC625-CD4F-F9C5-5E5D-05B78AE7CEE1}"/>
              </a:ext>
            </a:extLst>
          </p:cNvPr>
          <p:cNvSpPr>
            <a:spLocks noGrp="1"/>
          </p:cNvSpPr>
          <p:nvPr>
            <p:ph type="ftr" sz="quarter" idx="17"/>
          </p:nvPr>
        </p:nvSpPr>
        <p:spPr>
          <a:xfrm>
            <a:off x="9376096" y="210114"/>
            <a:ext cx="1860464" cy="365760"/>
          </a:xfrm>
        </p:spPr>
        <p:txBody>
          <a:bodyPr/>
          <a:lstStyle/>
          <a:p>
            <a:endParaRPr lang="en-US"/>
          </a:p>
        </p:txBody>
      </p:sp>
      <p:sp>
        <p:nvSpPr>
          <p:cNvPr id="13" name="Slide Number Placeholder 12">
            <a:extLst>
              <a:ext uri="{FF2B5EF4-FFF2-40B4-BE49-F238E27FC236}">
                <a16:creationId xmlns:a16="http://schemas.microsoft.com/office/drawing/2014/main" id="{E5B1B358-15B5-2BEF-0B1B-0BC9F05FFA1A}"/>
              </a:ext>
            </a:extLst>
          </p:cNvPr>
          <p:cNvSpPr>
            <a:spLocks noGrp="1"/>
          </p:cNvSpPr>
          <p:nvPr>
            <p:ph type="sldNum" sz="quarter" idx="18"/>
          </p:nvPr>
        </p:nvSpPr>
        <p:spPr/>
        <p:txBody>
          <a:bodyPr/>
          <a:lstStyle/>
          <a:p>
            <a:fld id="{C1FF6DA9-008F-8B48-92A6-B652298478BF}" type="slidenum">
              <a:rPr lang="en-US" smtClean="0"/>
              <a:t>‹#›</a:t>
            </a:fld>
            <a:endParaRPr lang="en-US"/>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7491984" y="2791033"/>
            <a:ext cx="4114800" cy="3383280"/>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5" name="Straight Connector 4">
            <a:extLst>
              <a:ext uri="{FF2B5EF4-FFF2-40B4-BE49-F238E27FC236}">
                <a16:creationId xmlns:a16="http://schemas.microsoft.com/office/drawing/2014/main" id="{BE9AF0A0-5001-F380-4488-B02AB3C79B31}"/>
              </a:ext>
            </a:extLst>
          </p:cNvPr>
          <p:cNvCxnSpPr>
            <a:cxnSpLocks/>
          </p:cNvCxnSpPr>
          <p:nvPr/>
        </p:nvCxnSpPr>
        <p:spPr>
          <a:xfrm flipH="1">
            <a:off x="7595441" y="2475756"/>
            <a:ext cx="4011343" cy="0"/>
          </a:xfrm>
          <a:prstGeom prst="line">
            <a:avLst/>
          </a:prstGeom>
          <a:ln w="6350">
            <a:solidFill>
              <a:schemeClr val="tx1">
                <a:lumMod val="75000"/>
                <a:alpha val="34000"/>
              </a:schemeClr>
            </a:solidFill>
          </a:ln>
        </p:spPr>
        <p:style>
          <a:lnRef idx="1">
            <a:schemeClr val="accent1"/>
          </a:lnRef>
          <a:fillRef idx="0">
            <a:schemeClr val="accent1"/>
          </a:fillRef>
          <a:effectRef idx="0">
            <a:schemeClr val="accent1"/>
          </a:effectRef>
          <a:fontRef idx="minor">
            <a:schemeClr val="tx1"/>
          </a:fontRef>
        </p:style>
      </p:cxnSp>
      <p:sp>
        <p:nvSpPr>
          <p:cNvPr id="6" name="Rectangle 5">
            <a:extLst>
              <a:ext uri="{FF2B5EF4-FFF2-40B4-BE49-F238E27FC236}">
                <a16:creationId xmlns:a16="http://schemas.microsoft.com/office/drawing/2014/main" id="{3ED0235B-B98B-7313-28E9-8E643CDFF4A6}"/>
              </a:ext>
            </a:extLst>
          </p:cNvPr>
          <p:cNvSpPr/>
          <p:nvPr/>
        </p:nvSpPr>
        <p:spPr>
          <a:xfrm flipH="1">
            <a:off x="6959599" y="5749680"/>
            <a:ext cx="5232400" cy="1108320"/>
          </a:xfrm>
          <a:prstGeom prst="rect">
            <a:avLst/>
          </a:prstGeom>
          <a:gradFill>
            <a:gsLst>
              <a:gs pos="65000">
                <a:schemeClr val="accent1">
                  <a:lumMod val="50000"/>
                  <a:alpha val="0"/>
                </a:schemeClr>
              </a:gs>
              <a:gs pos="100000">
                <a:schemeClr val="accent6">
                  <a:lumMod val="75000"/>
                </a:schemeClr>
              </a:gs>
            </a:gsLst>
            <a:lin ang="57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36521580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ontent with Picture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01752" y="1017686"/>
            <a:ext cx="3410958" cy="1532976"/>
          </a:xfrm>
        </p:spPr>
        <p:txBody>
          <a:bodyPr anchor="t">
            <a:normAutofit/>
          </a:bodyPr>
          <a:lstStyle>
            <a:lvl1pPr>
              <a:defRPr sz="2800"/>
            </a:lvl1pPr>
          </a:lstStyle>
          <a:p>
            <a:r>
              <a:rPr lang="en-US"/>
              <a:t>Click to edit Master title style</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5BCAD085-E8A6-8845-BD4E-CB4CCA059FC4}" type="datetimeFigureOut">
              <a:rPr lang="en-US" smtClean="0"/>
              <a:t>9/23/2026</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4480560" y="210114"/>
            <a:ext cx="2509284" cy="365760"/>
          </a:xfrm>
        </p:spPr>
        <p:txBody>
          <a:bodyPr/>
          <a:lstStyle/>
          <a:p>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1FF6DA9-008F-8B48-92A6-B652298478BF}" type="slidenum">
              <a:rPr lang="en-US" smtClean="0"/>
              <a:t>‹#›</a:t>
            </a:fld>
            <a:endParaRPr lang="en-US"/>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480560" y="1017686"/>
            <a:ext cx="7010399" cy="2377440"/>
          </a:xfrm>
        </p:spPr>
        <p:txBody>
          <a:bodyPr>
            <a:noAutofit/>
          </a:bodyPr>
          <a:lstStyle>
            <a:lvl1pPr marL="0" indent="0">
              <a:buFont typeface="Arial" panose="020B0604020202020204" pitchFamily="34" charset="0"/>
              <a:buNone/>
              <a:defRPr sz="1600"/>
            </a:lvl1pPr>
            <a:lvl2pPr marL="228600" indent="0">
              <a:buFont typeface="Arial" panose="020B0604020202020204" pitchFamily="34" charset="0"/>
              <a:buNone/>
              <a:defRPr sz="1400"/>
            </a:lvl2pPr>
            <a:lvl3pPr marL="457200" indent="0">
              <a:buFont typeface="Arial" panose="020B0604020202020204" pitchFamily="34" charset="0"/>
              <a:buNone/>
              <a:defRPr sz="1200"/>
            </a:lvl3pPr>
            <a:lvl4pPr marL="685800" indent="0">
              <a:buFont typeface="Arial" panose="020B0604020202020204" pitchFamily="34" charset="0"/>
              <a:buNone/>
              <a:defRPr sz="1100"/>
            </a:lvl4pPr>
            <a:lvl5pPr marL="914400" indent="0">
              <a:buFont typeface="Arial" panose="020B0604020202020204" pitchFamily="34" charset="0"/>
              <a:buNone/>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Picture Placeholder 3">
            <a:extLst>
              <a:ext uri="{FF2B5EF4-FFF2-40B4-BE49-F238E27FC236}">
                <a16:creationId xmlns:a16="http://schemas.microsoft.com/office/drawing/2014/main" id="{1C17E7B2-E2F9-D41D-D140-E89E0C3F5B96}"/>
              </a:ext>
            </a:extLst>
          </p:cNvPr>
          <p:cNvSpPr>
            <a:spLocks noGrp="1"/>
          </p:cNvSpPr>
          <p:nvPr>
            <p:ph type="pic" sz="quarter" idx="16" hasCustomPrompt="1"/>
          </p:nvPr>
        </p:nvSpPr>
        <p:spPr>
          <a:xfrm>
            <a:off x="0" y="3837709"/>
            <a:ext cx="12192000" cy="3020291"/>
          </a:xfrm>
          <a:blipFill dpi="0" rotWithShape="1">
            <a:blip r:embed="rId2">
              <a:alphaModFix amt="60000"/>
            </a:blip>
            <a:srcRect/>
            <a:stretch>
              <a:fillRect t="-27937"/>
            </a:stretch>
          </a:blipFill>
        </p:spPr>
        <p:txBody>
          <a:bodyPr/>
          <a:lstStyle>
            <a:lvl1pPr>
              <a:defRPr/>
            </a:lvl1pPr>
          </a:lstStyle>
          <a:p>
            <a:r>
              <a:rPr lang="en-US" dirty="0"/>
              <a:t>   </a:t>
            </a:r>
          </a:p>
        </p:txBody>
      </p:sp>
    </p:spTree>
    <p:extLst>
      <p:ext uri="{BB962C8B-B14F-4D97-AF65-F5344CB8AC3E}">
        <p14:creationId xmlns:p14="http://schemas.microsoft.com/office/powerpoint/2010/main" val="412300864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p:cSld name="Content with Picture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01752" y="1371600"/>
            <a:ext cx="3474720" cy="2286000"/>
          </a:xfrm>
        </p:spPr>
        <p:txBody>
          <a:bodyPr anchor="t"/>
          <a:lstStyle/>
          <a:p>
            <a:r>
              <a:rPr lang="en-US"/>
              <a:t>Click to edit Master title style</a:t>
            </a:r>
          </a:p>
        </p:txBody>
      </p:sp>
      <p:sp>
        <p:nvSpPr>
          <p:cNvPr id="3" name="Date Placeholder 2">
            <a:extLst>
              <a:ext uri="{FF2B5EF4-FFF2-40B4-BE49-F238E27FC236}">
                <a16:creationId xmlns:a16="http://schemas.microsoft.com/office/drawing/2014/main" id="{FB8772B0-B493-B608-E389-35329DEF2016}"/>
              </a:ext>
            </a:extLst>
          </p:cNvPr>
          <p:cNvSpPr>
            <a:spLocks noGrp="1"/>
          </p:cNvSpPr>
          <p:nvPr>
            <p:ph type="dt" sz="half" idx="16"/>
          </p:nvPr>
        </p:nvSpPr>
        <p:spPr/>
        <p:txBody>
          <a:bodyPr/>
          <a:lstStyle/>
          <a:p>
            <a:fld id="{5BCAD085-E8A6-8845-BD4E-CB4CCA059FC4}" type="datetimeFigureOut">
              <a:rPr lang="en-US" smtClean="0"/>
              <a:t>9/23/2026</a:t>
            </a:fld>
            <a:endParaRPr lang="en-US"/>
          </a:p>
        </p:txBody>
      </p:sp>
      <p:sp>
        <p:nvSpPr>
          <p:cNvPr id="12" name="Footer Placeholder 11">
            <a:extLst>
              <a:ext uri="{FF2B5EF4-FFF2-40B4-BE49-F238E27FC236}">
                <a16:creationId xmlns:a16="http://schemas.microsoft.com/office/drawing/2014/main" id="{0BFB2EA8-AADE-E8CD-890F-EA9F9968B253}"/>
              </a:ext>
            </a:extLst>
          </p:cNvPr>
          <p:cNvSpPr>
            <a:spLocks noGrp="1"/>
          </p:cNvSpPr>
          <p:nvPr>
            <p:ph type="ftr" sz="quarter" idx="17"/>
          </p:nvPr>
        </p:nvSpPr>
        <p:spPr>
          <a:xfrm>
            <a:off x="4457700" y="210114"/>
            <a:ext cx="2859307" cy="365760"/>
          </a:xfrm>
        </p:spPr>
        <p:txBody>
          <a:bodyPr/>
          <a:lstStyle/>
          <a:p>
            <a:endParaRPr lang="en-US"/>
          </a:p>
        </p:txBody>
      </p:sp>
      <p:sp>
        <p:nvSpPr>
          <p:cNvPr id="13" name="Slide Number Placeholder 12">
            <a:extLst>
              <a:ext uri="{FF2B5EF4-FFF2-40B4-BE49-F238E27FC236}">
                <a16:creationId xmlns:a16="http://schemas.microsoft.com/office/drawing/2014/main" id="{D854D38F-A697-A216-CCCB-0C1A9DCBD2FC}"/>
              </a:ext>
            </a:extLst>
          </p:cNvPr>
          <p:cNvSpPr>
            <a:spLocks noGrp="1"/>
          </p:cNvSpPr>
          <p:nvPr>
            <p:ph type="sldNum" sz="quarter" idx="18"/>
          </p:nvPr>
        </p:nvSpPr>
        <p:spPr>
          <a:xfrm>
            <a:off x="7611572" y="210114"/>
            <a:ext cx="605475" cy="365760"/>
          </a:xfrm>
        </p:spPr>
        <p:txBody>
          <a:bodyPr/>
          <a:lstStyle/>
          <a:p>
            <a:fld id="{C1FF6DA9-008F-8B48-92A6-B652298478BF}" type="slidenum">
              <a:rPr lang="en-US" smtClean="0"/>
              <a:t>‹#›</a:t>
            </a:fld>
            <a:endParaRPr lang="en-US"/>
          </a:p>
        </p:txBody>
      </p:sp>
      <p:sp>
        <p:nvSpPr>
          <p:cNvPr id="8" name="Content Placeholder 7">
            <a:extLst>
              <a:ext uri="{FF2B5EF4-FFF2-40B4-BE49-F238E27FC236}">
                <a16:creationId xmlns:a16="http://schemas.microsoft.com/office/drawing/2014/main" id="{8BAC3300-BF12-B200-9F06-8D5AC45CB7EF}"/>
              </a:ext>
            </a:extLst>
          </p:cNvPr>
          <p:cNvSpPr>
            <a:spLocks noGrp="1"/>
          </p:cNvSpPr>
          <p:nvPr>
            <p:ph sz="quarter" idx="14"/>
          </p:nvPr>
        </p:nvSpPr>
        <p:spPr>
          <a:xfrm>
            <a:off x="4457700" y="1371600"/>
            <a:ext cx="3368778" cy="4701943"/>
          </a:xfrm>
        </p:spPr>
        <p:txBody>
          <a:bodyPr rIns="45720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Picture Placeholder 3">
            <a:extLst>
              <a:ext uri="{FF2B5EF4-FFF2-40B4-BE49-F238E27FC236}">
                <a16:creationId xmlns:a16="http://schemas.microsoft.com/office/drawing/2014/main" id="{15A7BF66-FFF1-E318-9AFE-331E011D59C1}"/>
              </a:ext>
            </a:extLst>
          </p:cNvPr>
          <p:cNvSpPr>
            <a:spLocks noGrp="1"/>
          </p:cNvSpPr>
          <p:nvPr>
            <p:ph type="pic" sz="quarter" idx="15" hasCustomPrompt="1"/>
          </p:nvPr>
        </p:nvSpPr>
        <p:spPr>
          <a:xfrm>
            <a:off x="8731045" y="0"/>
            <a:ext cx="3460955" cy="6866879"/>
          </a:xfrm>
          <a:blipFill>
            <a:blip r:embed="rId2">
              <a:alphaModFix amt="60000"/>
            </a:blip>
            <a:stretch>
              <a:fillRect/>
            </a:stretch>
          </a:blipFill>
        </p:spPr>
        <p:txBody>
          <a:bodyPr/>
          <a:lstStyle>
            <a:lvl1pPr>
              <a:defRPr/>
            </a:lvl1pPr>
          </a:lstStyle>
          <a:p>
            <a:r>
              <a:rPr lang="en-US" dirty="0"/>
              <a:t>   </a:t>
            </a:r>
          </a:p>
        </p:txBody>
      </p:sp>
      <p:sp>
        <p:nvSpPr>
          <p:cNvPr id="5" name="Rectangle 4">
            <a:extLst>
              <a:ext uri="{FF2B5EF4-FFF2-40B4-BE49-F238E27FC236}">
                <a16:creationId xmlns:a16="http://schemas.microsoft.com/office/drawing/2014/main" id="{6D750207-6F0E-41F2-98B5-15BCAB2BF9AD}"/>
              </a:ext>
            </a:extLst>
          </p:cNvPr>
          <p:cNvSpPr/>
          <p:nvPr/>
        </p:nvSpPr>
        <p:spPr>
          <a:xfrm flipH="1">
            <a:off x="0" y="4771072"/>
            <a:ext cx="4874661" cy="2095805"/>
          </a:xfrm>
          <a:prstGeom prst="rect">
            <a:avLst/>
          </a:prstGeom>
          <a:gradFill>
            <a:gsLst>
              <a:gs pos="67000">
                <a:schemeClr val="bg2">
                  <a:alpha val="0"/>
                </a:schemeClr>
              </a:gs>
              <a:gs pos="95000">
                <a:schemeClr val="accent1"/>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E21E79A5-CC18-0B38-C9F4-CA5690475280}"/>
              </a:ext>
            </a:extLst>
          </p:cNvPr>
          <p:cNvSpPr/>
          <p:nvPr/>
        </p:nvSpPr>
        <p:spPr>
          <a:xfrm flipH="1">
            <a:off x="-2" y="3852909"/>
            <a:ext cx="2823100" cy="3022846"/>
          </a:xfrm>
          <a:prstGeom prst="rect">
            <a:avLst/>
          </a:prstGeom>
          <a:gradFill flip="none" rotWithShape="1">
            <a:gsLst>
              <a:gs pos="0">
                <a:schemeClr val="tx2">
                  <a:alpha val="50000"/>
                </a:schemeClr>
              </a:gs>
              <a:gs pos="17000">
                <a:schemeClr val="accent6">
                  <a:lumMod val="60000"/>
                  <a:lumOff val="40000"/>
                  <a:alpha val="52000"/>
                </a:schemeClr>
              </a:gs>
              <a:gs pos="58000">
                <a:schemeClr val="bg1">
                  <a:alpha val="0"/>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cxnSp>
        <p:nvCxnSpPr>
          <p:cNvPr id="7" name="Straight Connector 6">
            <a:extLst>
              <a:ext uri="{FF2B5EF4-FFF2-40B4-BE49-F238E27FC236}">
                <a16:creationId xmlns:a16="http://schemas.microsoft.com/office/drawing/2014/main" id="{B80496BC-B679-515B-9928-2CC91AD7A8A2}"/>
              </a:ext>
            </a:extLst>
          </p:cNvPr>
          <p:cNvCxnSpPr>
            <a:cxnSpLocks/>
          </p:cNvCxnSpPr>
          <p:nvPr/>
        </p:nvCxnSpPr>
        <p:spPr>
          <a:xfrm flipH="1">
            <a:off x="397002" y="751313"/>
            <a:ext cx="7726680" cy="0"/>
          </a:xfrm>
          <a:prstGeom prst="line">
            <a:avLst/>
          </a:prstGeom>
          <a:ln w="6350">
            <a:solidFill>
              <a:schemeClr val="tx1">
                <a:lumMod val="75000"/>
                <a:alpha val="34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4864941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p:cSld name="Content with Picture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01752" y="952499"/>
            <a:ext cx="6751127" cy="1250871"/>
          </a:xfrm>
        </p:spPr>
        <p:txBody>
          <a:bodyPr anchor="b"/>
          <a:lstStyle/>
          <a:p>
            <a:r>
              <a:rPr lang="en-US"/>
              <a:t>Click to edit Master title style</a:t>
            </a:r>
          </a:p>
        </p:txBody>
      </p:sp>
      <p:sp>
        <p:nvSpPr>
          <p:cNvPr id="3" name="Date Placeholder 2">
            <a:extLst>
              <a:ext uri="{FF2B5EF4-FFF2-40B4-BE49-F238E27FC236}">
                <a16:creationId xmlns:a16="http://schemas.microsoft.com/office/drawing/2014/main" id="{3907AE70-2FE3-1872-0811-BC089F612855}"/>
              </a:ext>
            </a:extLst>
          </p:cNvPr>
          <p:cNvSpPr>
            <a:spLocks noGrp="1"/>
          </p:cNvSpPr>
          <p:nvPr>
            <p:ph type="dt" sz="half" idx="16"/>
          </p:nvPr>
        </p:nvSpPr>
        <p:spPr>
          <a:xfrm>
            <a:off x="301752" y="203862"/>
            <a:ext cx="2286000" cy="365760"/>
          </a:xfrm>
        </p:spPr>
        <p:txBody>
          <a:bodyPr/>
          <a:lstStyle/>
          <a:p>
            <a:fld id="{5BCAD085-E8A6-8845-BD4E-CB4CCA059FC4}" type="datetimeFigureOut">
              <a:rPr lang="en-US" smtClean="0"/>
              <a:t>9/23/2026</a:t>
            </a:fld>
            <a:endParaRPr lang="en-US"/>
          </a:p>
        </p:txBody>
      </p:sp>
      <p:sp>
        <p:nvSpPr>
          <p:cNvPr id="4" name="Footer Placeholder 3">
            <a:extLst>
              <a:ext uri="{FF2B5EF4-FFF2-40B4-BE49-F238E27FC236}">
                <a16:creationId xmlns:a16="http://schemas.microsoft.com/office/drawing/2014/main" id="{37497486-A221-C6D1-050D-0B3DB326465B}"/>
              </a:ext>
            </a:extLst>
          </p:cNvPr>
          <p:cNvSpPr>
            <a:spLocks noGrp="1"/>
          </p:cNvSpPr>
          <p:nvPr>
            <p:ph type="ftr" sz="quarter" idx="17"/>
          </p:nvPr>
        </p:nvSpPr>
        <p:spPr>
          <a:xfrm>
            <a:off x="2590800" y="203862"/>
            <a:ext cx="2775003" cy="365760"/>
          </a:xfrm>
        </p:spPr>
        <p:txBody>
          <a:bodyPr/>
          <a:lstStyle/>
          <a:p>
            <a:endParaRPr lang="en-US"/>
          </a:p>
        </p:txBody>
      </p:sp>
      <p:sp>
        <p:nvSpPr>
          <p:cNvPr id="9" name="Slide Number Placeholder 8">
            <a:extLst>
              <a:ext uri="{FF2B5EF4-FFF2-40B4-BE49-F238E27FC236}">
                <a16:creationId xmlns:a16="http://schemas.microsoft.com/office/drawing/2014/main" id="{193EE6EB-FF56-B8A3-1408-5C43C49B256E}"/>
              </a:ext>
            </a:extLst>
          </p:cNvPr>
          <p:cNvSpPr>
            <a:spLocks noGrp="1"/>
          </p:cNvSpPr>
          <p:nvPr>
            <p:ph type="sldNum" sz="quarter" idx="18"/>
          </p:nvPr>
        </p:nvSpPr>
        <p:spPr>
          <a:xfrm>
            <a:off x="6247336" y="203862"/>
            <a:ext cx="864794" cy="365760"/>
          </a:xfrm>
        </p:spPr>
        <p:txBody>
          <a:bodyPr/>
          <a:lstStyle/>
          <a:p>
            <a:fld id="{C1FF6DA9-008F-8B48-92A6-B652298478BF}" type="slidenum">
              <a:rPr lang="en-US" smtClean="0"/>
              <a:t>‹#›</a:t>
            </a:fld>
            <a:endParaRPr lang="en-US"/>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301752" y="2410518"/>
            <a:ext cx="6755514" cy="380740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Picture Placeholder 9">
            <a:extLst>
              <a:ext uri="{FF2B5EF4-FFF2-40B4-BE49-F238E27FC236}">
                <a16:creationId xmlns:a16="http://schemas.microsoft.com/office/drawing/2014/main" id="{EE2866F3-0262-FC88-23E2-359D75EA8A79}"/>
              </a:ext>
            </a:extLst>
          </p:cNvPr>
          <p:cNvSpPr>
            <a:spLocks noGrp="1"/>
          </p:cNvSpPr>
          <p:nvPr>
            <p:ph type="pic" sz="quarter" idx="15" hasCustomPrompt="1"/>
          </p:nvPr>
        </p:nvSpPr>
        <p:spPr>
          <a:xfrm>
            <a:off x="7620000" y="0"/>
            <a:ext cx="4572000" cy="6858000"/>
          </a:xfrm>
          <a:blipFill>
            <a:blip r:embed="rId2">
              <a:alphaModFix amt="60000"/>
            </a:blip>
            <a:stretch>
              <a:fillRect/>
            </a:stretch>
          </a:blipFill>
        </p:spPr>
        <p:txBody>
          <a:bodyPr/>
          <a:lstStyle>
            <a:lvl1pPr>
              <a:defRPr/>
            </a:lvl1pPr>
          </a:lstStyle>
          <a:p>
            <a:r>
              <a:rPr lang="en-US" dirty="0"/>
              <a:t>    </a:t>
            </a:r>
          </a:p>
        </p:txBody>
      </p:sp>
      <p:sp>
        <p:nvSpPr>
          <p:cNvPr id="6" name="Rectangle 5">
            <a:extLst>
              <a:ext uri="{FF2B5EF4-FFF2-40B4-BE49-F238E27FC236}">
                <a16:creationId xmlns:a16="http://schemas.microsoft.com/office/drawing/2014/main" id="{EC640749-9485-B575-4B2A-075EAA112D08}"/>
              </a:ext>
            </a:extLst>
          </p:cNvPr>
          <p:cNvSpPr/>
          <p:nvPr/>
        </p:nvSpPr>
        <p:spPr>
          <a:xfrm flipH="1">
            <a:off x="0" y="3706098"/>
            <a:ext cx="7620000" cy="3151902"/>
          </a:xfrm>
          <a:prstGeom prst="rect">
            <a:avLst/>
          </a:prstGeom>
          <a:gradFill>
            <a:gsLst>
              <a:gs pos="79000">
                <a:schemeClr val="bg2">
                  <a:alpha val="0"/>
                </a:schemeClr>
              </a:gs>
              <a:gs pos="100000">
                <a:schemeClr val="accent6">
                  <a:alpha val="66000"/>
                </a:schemeClr>
              </a:gs>
            </a:gsLst>
            <a:lin ang="528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A5E19E54-3987-D72A-629F-B4FB61FCC4E9}"/>
              </a:ext>
            </a:extLst>
          </p:cNvPr>
          <p:cNvSpPr/>
          <p:nvPr/>
        </p:nvSpPr>
        <p:spPr>
          <a:xfrm flipH="1">
            <a:off x="0" y="5597112"/>
            <a:ext cx="7620000" cy="1260888"/>
          </a:xfrm>
          <a:prstGeom prst="rect">
            <a:avLst/>
          </a:prstGeom>
          <a:gradFill flip="none" rotWithShape="1">
            <a:gsLst>
              <a:gs pos="21830">
                <a:schemeClr val="accent1">
                  <a:alpha val="29000"/>
                </a:schemeClr>
              </a:gs>
              <a:gs pos="0">
                <a:schemeClr val="accent5">
                  <a:lumMod val="60000"/>
                  <a:lumOff val="40000"/>
                  <a:alpha val="84000"/>
                </a:schemeClr>
              </a:gs>
              <a:gs pos="57000">
                <a:schemeClr val="bg1">
                  <a:alpha val="0"/>
                </a:schemeClr>
              </a:gs>
            </a:gsLst>
            <a:lin ang="168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cxnSp>
        <p:nvCxnSpPr>
          <p:cNvPr id="11" name="Straight Connector 10">
            <a:extLst>
              <a:ext uri="{FF2B5EF4-FFF2-40B4-BE49-F238E27FC236}">
                <a16:creationId xmlns:a16="http://schemas.microsoft.com/office/drawing/2014/main" id="{D34DF899-11E5-3A31-4C5A-75E63BA26BC6}"/>
              </a:ext>
            </a:extLst>
          </p:cNvPr>
          <p:cNvCxnSpPr>
            <a:cxnSpLocks/>
          </p:cNvCxnSpPr>
          <p:nvPr/>
        </p:nvCxnSpPr>
        <p:spPr>
          <a:xfrm flipH="1">
            <a:off x="397002" y="751313"/>
            <a:ext cx="6620256" cy="0"/>
          </a:xfrm>
          <a:prstGeom prst="line">
            <a:avLst/>
          </a:prstGeom>
          <a:ln w="6350">
            <a:solidFill>
              <a:schemeClr val="tx1">
                <a:lumMod val="75000"/>
                <a:alpha val="34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4972843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p:cSld name="Content with Picture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01752" y="2834639"/>
            <a:ext cx="3014382" cy="2926080"/>
          </a:xfrm>
        </p:spPr>
        <p:txBody>
          <a:bodyPr anchor="t">
            <a:normAutofit/>
          </a:bodyPr>
          <a:lstStyle>
            <a:lvl1pPr>
              <a:defRPr sz="2800"/>
            </a:lvl1pPr>
          </a:lstStyle>
          <a:p>
            <a:r>
              <a:rPr lang="en-US"/>
              <a:t>Click to edit Master title style</a:t>
            </a:r>
          </a:p>
        </p:txBody>
      </p:sp>
      <p:sp>
        <p:nvSpPr>
          <p:cNvPr id="4" name="Picture Placeholder 3">
            <a:extLst>
              <a:ext uri="{FF2B5EF4-FFF2-40B4-BE49-F238E27FC236}">
                <a16:creationId xmlns:a16="http://schemas.microsoft.com/office/drawing/2014/main" id="{3DA51E54-3166-19CA-EB55-5DFFB9426CAD}"/>
              </a:ext>
            </a:extLst>
          </p:cNvPr>
          <p:cNvSpPr>
            <a:spLocks noGrp="1"/>
          </p:cNvSpPr>
          <p:nvPr>
            <p:ph type="pic" sz="quarter" idx="19" hasCustomPrompt="1"/>
          </p:nvPr>
        </p:nvSpPr>
        <p:spPr>
          <a:xfrm>
            <a:off x="-17796" y="0"/>
            <a:ext cx="12209796" cy="2420098"/>
          </a:xfrm>
          <a:blipFill dpi="0" rotWithShape="1">
            <a:blip r:embed="rId2">
              <a:alphaModFix amt="60000"/>
            </a:blip>
            <a:srcRect/>
            <a:stretch>
              <a:fillRect/>
            </a:stretch>
          </a:blipFill>
        </p:spPr>
        <p:txBody>
          <a:bodyPr/>
          <a:lstStyle>
            <a:lvl1pPr>
              <a:defRPr/>
            </a:lvl1pPr>
          </a:lstStyle>
          <a:p>
            <a:r>
              <a:rPr lang="en-US" dirty="0"/>
              <a:t>   </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480560" y="2834640"/>
            <a:ext cx="7200900" cy="2926080"/>
          </a:xfrm>
        </p:spPr>
        <p:txBody>
          <a:bodyPr>
            <a:noAutofit/>
          </a:bodyPr>
          <a:lstStyle>
            <a:lvl1pPr marL="285750" indent="-285750">
              <a:buFont typeface="Arial" panose="020B0604020202020204" pitchFamily="34" charset="0"/>
              <a:buNone/>
              <a:defRPr sz="1800"/>
            </a:lvl1pPr>
            <a:lvl2pPr marL="514350" indent="-285750">
              <a:buFont typeface="Arial" panose="020B0604020202020204" pitchFamily="34" charset="0"/>
              <a:buNone/>
              <a:defRPr sz="1600"/>
            </a:lvl2pPr>
            <a:lvl3pPr marL="742950" indent="-285750">
              <a:buFont typeface="Arial" panose="020B0604020202020204" pitchFamily="34" charset="0"/>
              <a:buNone/>
              <a:defRPr sz="1400"/>
            </a:lvl3pPr>
            <a:lvl4pPr marL="857250" indent="-171450">
              <a:buFont typeface="Arial" panose="020B0604020202020204" pitchFamily="34" charset="0"/>
              <a:buNone/>
              <a:defRPr sz="1200"/>
            </a:lvl4pPr>
            <a:lvl5pPr marL="1085850" indent="-171450">
              <a:buFont typeface="Arial" panose="020B0604020202020204" pitchFamily="34" charset="0"/>
              <a:buNone/>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Date Placeholder 12">
            <a:extLst>
              <a:ext uri="{FF2B5EF4-FFF2-40B4-BE49-F238E27FC236}">
                <a16:creationId xmlns:a16="http://schemas.microsoft.com/office/drawing/2014/main" id="{9AA293A1-7F80-90D9-D8FF-27238ADD7956}"/>
              </a:ext>
            </a:extLst>
          </p:cNvPr>
          <p:cNvSpPr>
            <a:spLocks noGrp="1"/>
          </p:cNvSpPr>
          <p:nvPr>
            <p:ph type="dt" sz="half" idx="16"/>
          </p:nvPr>
        </p:nvSpPr>
        <p:spPr>
          <a:xfrm>
            <a:off x="301752" y="6274033"/>
            <a:ext cx="3014382" cy="365760"/>
          </a:xfrm>
        </p:spPr>
        <p:txBody>
          <a:bodyPr/>
          <a:lstStyle/>
          <a:p>
            <a:fld id="{5BCAD085-E8A6-8845-BD4E-CB4CCA059FC4}" type="datetimeFigureOut">
              <a:rPr lang="en-US" smtClean="0"/>
              <a:t>9/23/2026</a:t>
            </a:fld>
            <a:endParaRPr lang="en-US"/>
          </a:p>
        </p:txBody>
      </p:sp>
      <p:sp>
        <p:nvSpPr>
          <p:cNvPr id="14" name="Footer Placeholder 13">
            <a:extLst>
              <a:ext uri="{FF2B5EF4-FFF2-40B4-BE49-F238E27FC236}">
                <a16:creationId xmlns:a16="http://schemas.microsoft.com/office/drawing/2014/main" id="{3BD91724-58CE-FA68-1E24-9CD57621C129}"/>
              </a:ext>
            </a:extLst>
          </p:cNvPr>
          <p:cNvSpPr>
            <a:spLocks noGrp="1"/>
          </p:cNvSpPr>
          <p:nvPr>
            <p:ph type="ftr" sz="quarter" idx="17"/>
          </p:nvPr>
        </p:nvSpPr>
        <p:spPr>
          <a:xfrm>
            <a:off x="4480560" y="6274033"/>
            <a:ext cx="3162300" cy="365760"/>
          </a:xfrm>
        </p:spPr>
        <p:txBody>
          <a:bodyPr/>
          <a:lstStyle/>
          <a:p>
            <a:endParaRPr lang="en-US"/>
          </a:p>
        </p:txBody>
      </p:sp>
      <p:sp>
        <p:nvSpPr>
          <p:cNvPr id="15" name="Slide Number Placeholder 14">
            <a:extLst>
              <a:ext uri="{FF2B5EF4-FFF2-40B4-BE49-F238E27FC236}">
                <a16:creationId xmlns:a16="http://schemas.microsoft.com/office/drawing/2014/main" id="{3B9AC797-2D9B-C7AC-550D-157FEDA3800D}"/>
              </a:ext>
            </a:extLst>
          </p:cNvPr>
          <p:cNvSpPr>
            <a:spLocks noGrp="1"/>
          </p:cNvSpPr>
          <p:nvPr>
            <p:ph type="sldNum" sz="quarter" idx="18"/>
          </p:nvPr>
        </p:nvSpPr>
        <p:spPr>
          <a:xfrm>
            <a:off x="11292840" y="6274033"/>
            <a:ext cx="568917" cy="365760"/>
          </a:xfrm>
        </p:spPr>
        <p:txBody>
          <a:bodyPr/>
          <a:lstStyle/>
          <a:p>
            <a:fld id="{C1FF6DA9-008F-8B48-92A6-B652298478BF}" type="slidenum">
              <a:rPr lang="en-US" smtClean="0"/>
              <a:t>‹#›</a:t>
            </a:fld>
            <a:endParaRPr lang="en-US"/>
          </a:p>
        </p:txBody>
      </p:sp>
      <p:cxnSp>
        <p:nvCxnSpPr>
          <p:cNvPr id="3" name="Straight Connector 2">
            <a:extLst>
              <a:ext uri="{FF2B5EF4-FFF2-40B4-BE49-F238E27FC236}">
                <a16:creationId xmlns:a16="http://schemas.microsoft.com/office/drawing/2014/main" id="{ABDDCA5B-BBAB-ABCD-27B8-D3CD17FD04BC}"/>
              </a:ext>
            </a:extLst>
          </p:cNvPr>
          <p:cNvCxnSpPr>
            <a:cxnSpLocks/>
          </p:cNvCxnSpPr>
          <p:nvPr/>
        </p:nvCxnSpPr>
        <p:spPr>
          <a:xfrm flipH="1">
            <a:off x="394716" y="6095193"/>
            <a:ext cx="11402568" cy="0"/>
          </a:xfrm>
          <a:prstGeom prst="line">
            <a:avLst/>
          </a:prstGeom>
          <a:ln w="6350">
            <a:solidFill>
              <a:schemeClr val="tx1">
                <a:lumMod val="50000"/>
                <a:alpha val="6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3183956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p:cSld name="Content with Picture 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301752" y="1010934"/>
            <a:ext cx="3507418" cy="1398494"/>
          </a:xfrm>
        </p:spPr>
        <p:txBody>
          <a:bodyPr anchor="t">
            <a:normAutofit/>
          </a:bodyPr>
          <a:lstStyle>
            <a:lvl1pPr>
              <a:defRPr sz="2800">
                <a:solidFill>
                  <a:schemeClr val="tx1"/>
                </a:solidFill>
              </a:defRPr>
            </a:lvl1pPr>
          </a:lstStyle>
          <a:p>
            <a:r>
              <a:rPr lang="en-US"/>
              <a:t>Click to edit Master title style</a:t>
            </a:r>
          </a:p>
        </p:txBody>
      </p:sp>
      <p:sp>
        <p:nvSpPr>
          <p:cNvPr id="3" name="Date Placeholder 2">
            <a:extLst>
              <a:ext uri="{FF2B5EF4-FFF2-40B4-BE49-F238E27FC236}">
                <a16:creationId xmlns:a16="http://schemas.microsoft.com/office/drawing/2014/main" id="{45602332-ECCE-37C9-0CA1-1743D107C8E3}"/>
              </a:ext>
            </a:extLst>
          </p:cNvPr>
          <p:cNvSpPr>
            <a:spLocks noGrp="1"/>
          </p:cNvSpPr>
          <p:nvPr>
            <p:ph type="dt" sz="half" idx="14"/>
          </p:nvPr>
        </p:nvSpPr>
        <p:spPr/>
        <p:txBody>
          <a:bodyPr/>
          <a:lstStyle/>
          <a:p>
            <a:fld id="{5BCAD085-E8A6-8845-BD4E-CB4CCA059FC4}" type="datetimeFigureOut">
              <a:rPr lang="en-US" smtClean="0"/>
              <a:t>9/23/2026</a:t>
            </a:fld>
            <a:endParaRPr lang="en-US"/>
          </a:p>
        </p:txBody>
      </p:sp>
      <p:sp>
        <p:nvSpPr>
          <p:cNvPr id="7" name="Footer Placeholder 6">
            <a:extLst>
              <a:ext uri="{FF2B5EF4-FFF2-40B4-BE49-F238E27FC236}">
                <a16:creationId xmlns:a16="http://schemas.microsoft.com/office/drawing/2014/main" id="{CA8E192A-D6F1-1585-7133-0041C85402EF}"/>
              </a:ext>
            </a:extLst>
          </p:cNvPr>
          <p:cNvSpPr>
            <a:spLocks noGrp="1"/>
          </p:cNvSpPr>
          <p:nvPr>
            <p:ph type="ftr" sz="quarter" idx="15"/>
          </p:nvPr>
        </p:nvSpPr>
        <p:spPr>
          <a:xfrm>
            <a:off x="4932680" y="210114"/>
            <a:ext cx="2509284" cy="365760"/>
          </a:xfrm>
        </p:spPr>
        <p:txBody>
          <a:bodyPr/>
          <a:lstStyle/>
          <a:p>
            <a:endParaRPr lang="en-US"/>
          </a:p>
        </p:txBody>
      </p:sp>
      <p:sp>
        <p:nvSpPr>
          <p:cNvPr id="9" name="Slide Number Placeholder 8">
            <a:extLst>
              <a:ext uri="{FF2B5EF4-FFF2-40B4-BE49-F238E27FC236}">
                <a16:creationId xmlns:a16="http://schemas.microsoft.com/office/drawing/2014/main" id="{8437B541-595D-1700-6A76-9AF7590B1866}"/>
              </a:ext>
            </a:extLst>
          </p:cNvPr>
          <p:cNvSpPr>
            <a:spLocks noGrp="1"/>
          </p:cNvSpPr>
          <p:nvPr>
            <p:ph type="sldNum" sz="quarter" idx="16"/>
          </p:nvPr>
        </p:nvSpPr>
        <p:spPr/>
        <p:txBody>
          <a:bodyPr/>
          <a:lstStyle/>
          <a:p>
            <a:fld id="{C1FF6DA9-008F-8B48-92A6-B652298478BF}" type="slidenum">
              <a:rPr lang="en-US" smtClean="0"/>
              <a:t>‹#›</a:t>
            </a:fld>
            <a:endParaRPr lang="en-US"/>
          </a:p>
        </p:txBody>
      </p:sp>
      <p:sp>
        <p:nvSpPr>
          <p:cNvPr id="11" name="Picture Placeholder 10">
            <a:extLst>
              <a:ext uri="{FF2B5EF4-FFF2-40B4-BE49-F238E27FC236}">
                <a16:creationId xmlns:a16="http://schemas.microsoft.com/office/drawing/2014/main" id="{5F24C464-705C-DC78-DD20-9EFEB717ED27}"/>
              </a:ext>
            </a:extLst>
          </p:cNvPr>
          <p:cNvSpPr>
            <a:spLocks noGrp="1"/>
          </p:cNvSpPr>
          <p:nvPr>
            <p:ph type="pic" sz="quarter" idx="17" hasCustomPrompt="1"/>
          </p:nvPr>
        </p:nvSpPr>
        <p:spPr>
          <a:xfrm>
            <a:off x="451351" y="2680447"/>
            <a:ext cx="3357819" cy="3662083"/>
          </a:xfrm>
          <a:blipFill>
            <a:blip r:embed="rId2">
              <a:alphaModFix amt="60000"/>
            </a:blip>
            <a:stretch>
              <a:fillRect/>
            </a:stretch>
          </a:blipFill>
        </p:spPr>
        <p:txBody>
          <a:bodyPr/>
          <a:lstStyle>
            <a:lvl1pPr>
              <a:defRPr/>
            </a:lvl1pPr>
          </a:lstStyle>
          <a:p>
            <a:r>
              <a:rPr lang="en-US" dirty="0"/>
              <a:t>   </a:t>
            </a:r>
          </a:p>
        </p:txBody>
      </p:sp>
      <p:sp>
        <p:nvSpPr>
          <p:cNvPr id="10" name="Rectangle 9">
            <a:extLst>
              <a:ext uri="{FF2B5EF4-FFF2-40B4-BE49-F238E27FC236}">
                <a16:creationId xmlns:a16="http://schemas.microsoft.com/office/drawing/2014/main" id="{4606EA5C-4A14-95D3-20DF-1EEB607C889B}"/>
              </a:ext>
            </a:extLst>
          </p:cNvPr>
          <p:cNvSpPr/>
          <p:nvPr/>
        </p:nvSpPr>
        <p:spPr>
          <a:xfrm flipH="1">
            <a:off x="2171702" y="5847066"/>
            <a:ext cx="10020298" cy="1010934"/>
          </a:xfrm>
          <a:prstGeom prst="rect">
            <a:avLst/>
          </a:prstGeom>
          <a:gradFill>
            <a:gsLst>
              <a:gs pos="52000">
                <a:schemeClr val="bg2">
                  <a:alpha val="0"/>
                </a:schemeClr>
              </a:gs>
              <a:gs pos="76000">
                <a:schemeClr val="accent1">
                  <a:lumMod val="50000"/>
                  <a:alpha val="39000"/>
                </a:schemeClr>
              </a:gs>
              <a:gs pos="100000">
                <a:schemeClr val="accent5">
                  <a:alpha val="68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D05652D2-BF56-96CE-426B-26972C38434D}"/>
              </a:ext>
            </a:extLst>
          </p:cNvPr>
          <p:cNvSpPr/>
          <p:nvPr/>
        </p:nvSpPr>
        <p:spPr>
          <a:xfrm rot="16200000" flipH="1">
            <a:off x="7767364" y="2433362"/>
            <a:ext cx="4944033" cy="3905239"/>
          </a:xfrm>
          <a:prstGeom prst="rect">
            <a:avLst/>
          </a:prstGeom>
          <a:gradFill flip="none" rotWithShape="1">
            <a:gsLst>
              <a:gs pos="0">
                <a:schemeClr val="accent3">
                  <a:lumMod val="60000"/>
                  <a:lumOff val="40000"/>
                  <a:alpha val="40000"/>
                </a:schemeClr>
              </a:gs>
              <a:gs pos="32000">
                <a:schemeClr val="bg1">
                  <a:alpha val="0"/>
                </a:schemeClr>
              </a:gs>
            </a:gsLst>
            <a:lin ang="14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cxnSp>
        <p:nvCxnSpPr>
          <p:cNvPr id="12" name="Straight Connector 11">
            <a:extLst>
              <a:ext uri="{FF2B5EF4-FFF2-40B4-BE49-F238E27FC236}">
                <a16:creationId xmlns:a16="http://schemas.microsoft.com/office/drawing/2014/main" id="{2CA30D42-B5FE-EAD1-8419-4AD002C32B1F}"/>
              </a:ext>
            </a:extLst>
          </p:cNvPr>
          <p:cNvCxnSpPr>
            <a:cxnSpLocks/>
          </p:cNvCxnSpPr>
          <p:nvPr/>
        </p:nvCxnSpPr>
        <p:spPr>
          <a:xfrm>
            <a:off x="4426824" y="1075765"/>
            <a:ext cx="0" cy="4944035"/>
          </a:xfrm>
          <a:prstGeom prst="line">
            <a:avLst/>
          </a:prstGeom>
          <a:ln w="6350">
            <a:solidFill>
              <a:schemeClr val="bg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4932679" y="1010932"/>
            <a:ext cx="6492240" cy="5212080"/>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51282075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Content with Picture 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301752" y="1019811"/>
            <a:ext cx="3419380" cy="1856553"/>
          </a:xfrm>
        </p:spPr>
        <p:txBody>
          <a:bodyPr anchor="t">
            <a:normAutofit/>
          </a:bodyPr>
          <a:lstStyle>
            <a:lvl1pPr>
              <a:defRPr sz="2800">
                <a:solidFill>
                  <a:schemeClr val="tx1"/>
                </a:solidFill>
              </a:defRPr>
            </a:lvl1p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45602332-ECCE-37C9-0CA1-1743D107C8E3}"/>
              </a:ext>
            </a:extLst>
          </p:cNvPr>
          <p:cNvSpPr>
            <a:spLocks noGrp="1"/>
          </p:cNvSpPr>
          <p:nvPr>
            <p:ph type="dt" sz="half" idx="14"/>
          </p:nvPr>
        </p:nvSpPr>
        <p:spPr/>
        <p:txBody>
          <a:bodyPr/>
          <a:lstStyle/>
          <a:p>
            <a:fld id="{5BCAD085-E8A6-8845-BD4E-CB4CCA059FC4}" type="datetimeFigureOut">
              <a:rPr lang="en-US" smtClean="0"/>
              <a:t>9/23/2026</a:t>
            </a:fld>
            <a:endParaRPr lang="en-US"/>
          </a:p>
        </p:txBody>
      </p:sp>
      <p:sp>
        <p:nvSpPr>
          <p:cNvPr id="7" name="Footer Placeholder 6">
            <a:extLst>
              <a:ext uri="{FF2B5EF4-FFF2-40B4-BE49-F238E27FC236}">
                <a16:creationId xmlns:a16="http://schemas.microsoft.com/office/drawing/2014/main" id="{CA8E192A-D6F1-1585-7133-0041C85402EF}"/>
              </a:ext>
            </a:extLst>
          </p:cNvPr>
          <p:cNvSpPr>
            <a:spLocks noGrp="1"/>
          </p:cNvSpPr>
          <p:nvPr>
            <p:ph type="ftr" sz="quarter" idx="15"/>
          </p:nvPr>
        </p:nvSpPr>
        <p:spPr>
          <a:xfrm>
            <a:off x="4478969" y="210114"/>
            <a:ext cx="2509284" cy="365760"/>
          </a:xfrm>
        </p:spPr>
        <p:txBody>
          <a:bodyPr/>
          <a:lstStyle/>
          <a:p>
            <a:endParaRPr lang="en-US"/>
          </a:p>
        </p:txBody>
      </p:sp>
      <p:sp>
        <p:nvSpPr>
          <p:cNvPr id="9" name="Slide Number Placeholder 8">
            <a:extLst>
              <a:ext uri="{FF2B5EF4-FFF2-40B4-BE49-F238E27FC236}">
                <a16:creationId xmlns:a16="http://schemas.microsoft.com/office/drawing/2014/main" id="{8437B541-595D-1700-6A76-9AF7590B1866}"/>
              </a:ext>
            </a:extLst>
          </p:cNvPr>
          <p:cNvSpPr>
            <a:spLocks noGrp="1"/>
          </p:cNvSpPr>
          <p:nvPr>
            <p:ph type="sldNum" sz="quarter" idx="16"/>
          </p:nvPr>
        </p:nvSpPr>
        <p:spPr/>
        <p:txBody>
          <a:bodyPr/>
          <a:lstStyle/>
          <a:p>
            <a:fld id="{C1FF6DA9-008F-8B48-92A6-B652298478BF}" type="slidenum">
              <a:rPr lang="en-US" smtClean="0"/>
              <a:t>‹#›</a:t>
            </a:fld>
            <a:endParaRPr lang="en-US"/>
          </a:p>
        </p:txBody>
      </p:sp>
      <p:sp>
        <p:nvSpPr>
          <p:cNvPr id="11" name="Picture Placeholder 10">
            <a:extLst>
              <a:ext uri="{FF2B5EF4-FFF2-40B4-BE49-F238E27FC236}">
                <a16:creationId xmlns:a16="http://schemas.microsoft.com/office/drawing/2014/main" id="{5F24C464-705C-DC78-DD20-9EFEB717ED27}"/>
              </a:ext>
            </a:extLst>
          </p:cNvPr>
          <p:cNvSpPr>
            <a:spLocks noGrp="1"/>
          </p:cNvSpPr>
          <p:nvPr>
            <p:ph type="pic" sz="quarter" idx="17" hasCustomPrompt="1"/>
          </p:nvPr>
        </p:nvSpPr>
        <p:spPr>
          <a:xfrm>
            <a:off x="382390" y="3045041"/>
            <a:ext cx="3338742" cy="3297489"/>
          </a:xfrm>
          <a:blipFill>
            <a:blip r:embed="rId2">
              <a:alphaModFix amt="60000"/>
            </a:blip>
            <a:stretch>
              <a:fillRect/>
            </a:stretch>
          </a:blipFill>
        </p:spPr>
        <p:txBody>
          <a:bodyPr/>
          <a:lstStyle>
            <a:lvl1pPr>
              <a:defRPr/>
            </a:lvl1pPr>
          </a:lstStyle>
          <a:p>
            <a:r>
              <a:rPr lang="en-US" dirty="0"/>
              <a:t>   </a:t>
            </a:r>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4478968" y="1019810"/>
            <a:ext cx="7315200" cy="5577840"/>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17939648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p:cSld name="Number Large">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6BF28860-8FEF-73E6-FEDF-176AC5D70A0F}"/>
              </a:ext>
            </a:extLst>
          </p:cNvPr>
          <p:cNvSpPr>
            <a:spLocks noGrp="1"/>
          </p:cNvSpPr>
          <p:nvPr>
            <p:ph type="title"/>
          </p:nvPr>
        </p:nvSpPr>
        <p:spPr>
          <a:xfrm>
            <a:off x="6476998" y="4907611"/>
            <a:ext cx="5320285" cy="1438873"/>
          </a:xfrm>
        </p:spPr>
        <p:txBody>
          <a:bodyPr anchor="t"/>
          <a:lstStyle>
            <a:lvl1pPr>
              <a:lnSpc>
                <a:spcPct val="100000"/>
              </a:lnSpc>
              <a:defRPr sz="2000">
                <a:solidFill>
                  <a:schemeClr val="tx1"/>
                </a:solidFill>
                <a:latin typeface="+mn-lt"/>
              </a:defRPr>
            </a:lvl1p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86ADE8C0-7863-A0F4-9EFB-60B2F8DD221E}"/>
              </a:ext>
            </a:extLst>
          </p:cNvPr>
          <p:cNvSpPr>
            <a:spLocks noGrp="1"/>
          </p:cNvSpPr>
          <p:nvPr>
            <p:ph type="dt" sz="half" idx="14"/>
          </p:nvPr>
        </p:nvSpPr>
        <p:spPr/>
        <p:txBody>
          <a:bodyPr/>
          <a:lstStyle/>
          <a:p>
            <a:fld id="{5BCAD085-E8A6-8845-BD4E-CB4CCA059FC4}" type="datetimeFigureOut">
              <a:rPr lang="en-US" smtClean="0"/>
              <a:t>9/23/2026</a:t>
            </a:fld>
            <a:endParaRPr lang="en-US"/>
          </a:p>
        </p:txBody>
      </p:sp>
      <p:sp>
        <p:nvSpPr>
          <p:cNvPr id="4" name="Footer Placeholder 3">
            <a:extLst>
              <a:ext uri="{FF2B5EF4-FFF2-40B4-BE49-F238E27FC236}">
                <a16:creationId xmlns:a16="http://schemas.microsoft.com/office/drawing/2014/main" id="{0AE20381-0150-ABDF-3C66-3E77DA79EEC4}"/>
              </a:ext>
            </a:extLst>
          </p:cNvPr>
          <p:cNvSpPr>
            <a:spLocks noGrp="1"/>
          </p:cNvSpPr>
          <p:nvPr>
            <p:ph type="ftr" sz="quarter" idx="15"/>
          </p:nvPr>
        </p:nvSpPr>
        <p:spPr/>
        <p:txBody>
          <a:bodyPr/>
          <a:lstStyle/>
          <a:p>
            <a:endParaRPr lang="en-US"/>
          </a:p>
        </p:txBody>
      </p:sp>
      <p:sp>
        <p:nvSpPr>
          <p:cNvPr id="5" name="Slide Number Placeholder 4">
            <a:extLst>
              <a:ext uri="{FF2B5EF4-FFF2-40B4-BE49-F238E27FC236}">
                <a16:creationId xmlns:a16="http://schemas.microsoft.com/office/drawing/2014/main" id="{33AD7FDD-1157-5BB4-4A9F-3F35CE7FF476}"/>
              </a:ext>
            </a:extLst>
          </p:cNvPr>
          <p:cNvSpPr>
            <a:spLocks noGrp="1"/>
          </p:cNvSpPr>
          <p:nvPr>
            <p:ph type="sldNum" sz="quarter" idx="16"/>
          </p:nvPr>
        </p:nvSpPr>
        <p:spPr/>
        <p:txBody>
          <a:bodyPr/>
          <a:lstStyle/>
          <a:p>
            <a:fld id="{C1FF6DA9-008F-8B48-92A6-B652298478BF}" type="slidenum">
              <a:rPr lang="en-US" smtClean="0"/>
              <a:t>‹#›</a:t>
            </a:fld>
            <a:endParaRPr lang="en-US"/>
          </a:p>
        </p:txBody>
      </p:sp>
      <p:sp>
        <p:nvSpPr>
          <p:cNvPr id="10" name="Content Placeholder 9">
            <a:extLst>
              <a:ext uri="{FF2B5EF4-FFF2-40B4-BE49-F238E27FC236}">
                <a16:creationId xmlns:a16="http://schemas.microsoft.com/office/drawing/2014/main" id="{5B446035-33B1-F0D9-18B1-58E177267E3A}"/>
              </a:ext>
            </a:extLst>
          </p:cNvPr>
          <p:cNvSpPr>
            <a:spLocks noGrp="1"/>
          </p:cNvSpPr>
          <p:nvPr>
            <p:ph sz="quarter" idx="17" hasCustomPrompt="1"/>
          </p:nvPr>
        </p:nvSpPr>
        <p:spPr>
          <a:xfrm>
            <a:off x="274638" y="766763"/>
            <a:ext cx="11320462" cy="3489325"/>
          </a:xfrm>
        </p:spPr>
        <p:txBody>
          <a:bodyPr/>
          <a:lstStyle>
            <a:lvl1pPr>
              <a:lnSpc>
                <a:spcPct val="85000"/>
              </a:lnSpc>
              <a:defRPr sz="24000">
                <a:gradFill>
                  <a:gsLst>
                    <a:gs pos="0">
                      <a:schemeClr val="accent6"/>
                    </a:gs>
                    <a:gs pos="46000">
                      <a:schemeClr val="accent1"/>
                    </a:gs>
                    <a:gs pos="100000">
                      <a:schemeClr val="accent3">
                        <a:lumMod val="60000"/>
                        <a:lumOff val="40000"/>
                      </a:schemeClr>
                    </a:gs>
                  </a:gsLst>
                  <a:lin ang="4200000" scaled="0"/>
                </a:gradFill>
                <a:latin typeface="+mj-lt"/>
              </a:defRPr>
            </a:lvl1pPr>
          </a:lstStyle>
          <a:p>
            <a:pPr lvl="0"/>
            <a:r>
              <a:rPr lang="en-US" dirty="0"/>
              <a:t>##%</a:t>
            </a:r>
          </a:p>
        </p:txBody>
      </p:sp>
      <p:cxnSp>
        <p:nvCxnSpPr>
          <p:cNvPr id="6" name="Straight Connector 5">
            <a:extLst>
              <a:ext uri="{FF2B5EF4-FFF2-40B4-BE49-F238E27FC236}">
                <a16:creationId xmlns:a16="http://schemas.microsoft.com/office/drawing/2014/main" id="{9F77A56B-CD68-22F4-F473-A2063E81D70D}"/>
              </a:ext>
            </a:extLst>
          </p:cNvPr>
          <p:cNvCxnSpPr>
            <a:cxnSpLocks/>
          </p:cNvCxnSpPr>
          <p:nvPr/>
        </p:nvCxnSpPr>
        <p:spPr>
          <a:xfrm flipH="1">
            <a:off x="394716" y="4662243"/>
            <a:ext cx="11402568" cy="0"/>
          </a:xfrm>
          <a:prstGeom prst="line">
            <a:avLst/>
          </a:prstGeom>
          <a:ln w="6350">
            <a:solidFill>
              <a:schemeClr val="tx1">
                <a:lumMod val="50000"/>
                <a:alpha val="6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267094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p:cSld name="Statement">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0BED7B15-76E6-E98E-A0BB-6188FC145CDD}"/>
              </a:ext>
            </a:extLst>
          </p:cNvPr>
          <p:cNvSpPr/>
          <p:nvPr/>
        </p:nvSpPr>
        <p:spPr>
          <a:xfrm rot="10800000" flipH="1">
            <a:off x="-1" y="0"/>
            <a:ext cx="12192002" cy="6858000"/>
          </a:xfrm>
          <a:prstGeom prst="rect">
            <a:avLst/>
          </a:prstGeom>
          <a:gradFill flip="none" rotWithShape="1">
            <a:gsLst>
              <a:gs pos="50000">
                <a:schemeClr val="accent3">
                  <a:lumMod val="60000"/>
                  <a:lumOff val="40000"/>
                  <a:alpha val="75000"/>
                </a:schemeClr>
              </a:gs>
              <a:gs pos="0">
                <a:schemeClr val="accent1">
                  <a:lumMod val="50000"/>
                </a:schemeClr>
              </a:gs>
              <a:gs pos="100000">
                <a:schemeClr val="accent4">
                  <a:lumMod val="50000"/>
                </a:schemeClr>
              </a:gs>
              <a:gs pos="85000">
                <a:schemeClr val="accent2">
                  <a:lumMod val="75000"/>
                </a:schemeClr>
              </a:gs>
            </a:gsLst>
            <a:lin ang="27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A3602343-A974-BE4B-41E6-58237921FB4D}"/>
              </a:ext>
            </a:extLst>
          </p:cNvPr>
          <p:cNvSpPr/>
          <p:nvPr/>
        </p:nvSpPr>
        <p:spPr>
          <a:xfrm flipH="1">
            <a:off x="3683466" y="0"/>
            <a:ext cx="8508534" cy="6858000"/>
          </a:xfrm>
          <a:prstGeom prst="rect">
            <a:avLst/>
          </a:prstGeom>
          <a:gradFill flip="none" rotWithShape="1">
            <a:gsLst>
              <a:gs pos="6000">
                <a:schemeClr val="accent3">
                  <a:lumMod val="40000"/>
                  <a:lumOff val="60000"/>
                </a:schemeClr>
              </a:gs>
              <a:gs pos="73000">
                <a:schemeClr val="accent3">
                  <a:alpha val="0"/>
                </a:schemeClr>
              </a:gs>
            </a:gsLst>
            <a:path path="circle">
              <a:fillToRect l="50000" t="50000" r="50000" b="50000"/>
            </a:path>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51022E84-7D91-EFA0-CBCA-F9AC98E6181F}"/>
              </a:ext>
            </a:extLst>
          </p:cNvPr>
          <p:cNvSpPr/>
          <p:nvPr/>
        </p:nvSpPr>
        <p:spPr>
          <a:xfrm rot="5400000">
            <a:off x="1670408" y="-1670408"/>
            <a:ext cx="7492544" cy="10833360"/>
          </a:xfrm>
          <a:prstGeom prst="rect">
            <a:avLst/>
          </a:prstGeom>
          <a:gradFill flip="none" rotWithShape="1">
            <a:gsLst>
              <a:gs pos="58000">
                <a:schemeClr val="accent2">
                  <a:alpha val="0"/>
                </a:schemeClr>
              </a:gs>
              <a:gs pos="98000">
                <a:schemeClr val="accent6">
                  <a:lumMod val="75000"/>
                </a:schemeClr>
              </a:gs>
            </a:gsLst>
            <a:lin ang="96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67344"/>
          </a:xfrm>
        </p:spPr>
        <p:txBody>
          <a:bodyPr/>
          <a:lstStyle/>
          <a:p>
            <a:r>
              <a:rPr lang="en-US"/>
              <a:t>Click to edit Master title style</a:t>
            </a:r>
          </a:p>
        </p:txBody>
      </p:sp>
      <p:sp>
        <p:nvSpPr>
          <p:cNvPr id="3" name="Rectangle 2">
            <a:extLst>
              <a:ext uri="{FF2B5EF4-FFF2-40B4-BE49-F238E27FC236}">
                <a16:creationId xmlns:a16="http://schemas.microsoft.com/office/drawing/2014/main" id="{67DA0DC0-3518-750A-3821-192C03B2D059}"/>
              </a:ext>
            </a:extLst>
          </p:cNvPr>
          <p:cNvSpPr/>
          <p:nvPr/>
        </p:nvSpPr>
        <p:spPr>
          <a:xfrm rot="10800000">
            <a:off x="5031742" y="-20336"/>
            <a:ext cx="7160258" cy="6878336"/>
          </a:xfrm>
          <a:prstGeom prst="rect">
            <a:avLst/>
          </a:prstGeom>
          <a:gradFill>
            <a:gsLst>
              <a:gs pos="30000">
                <a:schemeClr val="accent4">
                  <a:lumMod val="60000"/>
                  <a:lumOff val="40000"/>
                  <a:alpha val="0"/>
                </a:schemeClr>
              </a:gs>
              <a:gs pos="89000">
                <a:schemeClr val="bg2"/>
              </a:gs>
            </a:gsLst>
            <a:lin ang="9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B5B402F4-533A-849C-ACAD-039056A5D174}"/>
              </a:ext>
            </a:extLst>
          </p:cNvPr>
          <p:cNvSpPr/>
          <p:nvPr/>
        </p:nvSpPr>
        <p:spPr>
          <a:xfrm flipH="1">
            <a:off x="8961" y="2704579"/>
            <a:ext cx="12183038" cy="4153421"/>
          </a:xfrm>
          <a:prstGeom prst="rect">
            <a:avLst/>
          </a:prstGeom>
          <a:gradFill flip="none" rotWithShape="1">
            <a:gsLst>
              <a:gs pos="20000">
                <a:schemeClr val="accent1">
                  <a:alpha val="0"/>
                </a:schemeClr>
              </a:gs>
              <a:gs pos="68000">
                <a:schemeClr val="bg2">
                  <a:alpha val="67000"/>
                </a:schemeClr>
              </a:gs>
              <a:gs pos="90000">
                <a:schemeClr val="bg2"/>
              </a:gs>
            </a:gsLst>
            <a:lin ang="48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6" name="Date Placeholder 5">
            <a:extLst>
              <a:ext uri="{FF2B5EF4-FFF2-40B4-BE49-F238E27FC236}">
                <a16:creationId xmlns:a16="http://schemas.microsoft.com/office/drawing/2014/main" id="{E9E12D21-0607-5120-F81C-6E1DA0652CFB}"/>
              </a:ext>
            </a:extLst>
          </p:cNvPr>
          <p:cNvSpPr>
            <a:spLocks noGrp="1"/>
          </p:cNvSpPr>
          <p:nvPr>
            <p:ph type="dt" sz="half" idx="14"/>
          </p:nvPr>
        </p:nvSpPr>
        <p:spPr/>
        <p:txBody>
          <a:bodyPr/>
          <a:lstStyle/>
          <a:p>
            <a:fld id="{5BCAD085-E8A6-8845-BD4E-CB4CCA059FC4}" type="datetimeFigureOut">
              <a:rPr lang="en-US" smtClean="0"/>
              <a:t>9/23/2026</a:t>
            </a:fld>
            <a:endParaRPr lang="en-US"/>
          </a:p>
        </p:txBody>
      </p:sp>
      <p:sp>
        <p:nvSpPr>
          <p:cNvPr id="8" name="Footer Placeholder 7">
            <a:extLst>
              <a:ext uri="{FF2B5EF4-FFF2-40B4-BE49-F238E27FC236}">
                <a16:creationId xmlns:a16="http://schemas.microsoft.com/office/drawing/2014/main" id="{E0E9E314-CB58-F3CE-7C32-D6103621A2D5}"/>
              </a:ext>
            </a:extLst>
          </p:cNvPr>
          <p:cNvSpPr>
            <a:spLocks noGrp="1"/>
          </p:cNvSpPr>
          <p:nvPr>
            <p:ph type="ftr" sz="quarter" idx="15"/>
          </p:nvPr>
        </p:nvSpPr>
        <p:spPr/>
        <p:txBody>
          <a:bodyPr/>
          <a:lstStyle/>
          <a:p>
            <a:endParaRPr lang="en-US"/>
          </a:p>
        </p:txBody>
      </p:sp>
      <p:sp>
        <p:nvSpPr>
          <p:cNvPr id="9" name="Slide Number Placeholder 8">
            <a:extLst>
              <a:ext uri="{FF2B5EF4-FFF2-40B4-BE49-F238E27FC236}">
                <a16:creationId xmlns:a16="http://schemas.microsoft.com/office/drawing/2014/main" id="{20A1B35F-4D88-6EA9-8D55-4133CD961AF1}"/>
              </a:ext>
            </a:extLst>
          </p:cNvPr>
          <p:cNvSpPr>
            <a:spLocks noGrp="1"/>
          </p:cNvSpPr>
          <p:nvPr>
            <p:ph type="sldNum" sz="quarter" idx="16"/>
          </p:nvPr>
        </p:nvSpPr>
        <p:spPr/>
        <p:txBody>
          <a:bodyPr/>
          <a:lstStyle/>
          <a:p>
            <a:fld id="{C1FF6DA9-008F-8B48-92A6-B652298478BF}" type="slidenum">
              <a:rPr lang="en-US" smtClean="0"/>
              <a:t>‹#›</a:t>
            </a:fld>
            <a:endParaRPr lang="en-US"/>
          </a:p>
        </p:txBody>
      </p:sp>
      <p:sp>
        <p:nvSpPr>
          <p:cNvPr id="10" name="Content Placeholder 9">
            <a:extLst>
              <a:ext uri="{FF2B5EF4-FFF2-40B4-BE49-F238E27FC236}">
                <a16:creationId xmlns:a16="http://schemas.microsoft.com/office/drawing/2014/main" id="{88124DA4-1249-371C-65BA-0AAC0239D4C1}"/>
              </a:ext>
            </a:extLst>
          </p:cNvPr>
          <p:cNvSpPr>
            <a:spLocks noGrp="1"/>
          </p:cNvSpPr>
          <p:nvPr>
            <p:ph sz="quarter" idx="17" hasCustomPrompt="1"/>
          </p:nvPr>
        </p:nvSpPr>
        <p:spPr>
          <a:xfrm>
            <a:off x="274320" y="2704946"/>
            <a:ext cx="9801225" cy="3538538"/>
          </a:xfrm>
        </p:spPr>
        <p:txBody>
          <a:bodyPr anchor="b"/>
          <a:lstStyle>
            <a:lvl1pPr>
              <a:lnSpc>
                <a:spcPct val="100000"/>
              </a:lnSpc>
              <a:defRPr sz="5400"/>
            </a:lvl1pPr>
            <a:lvl2pPr>
              <a:lnSpc>
                <a:spcPct val="100000"/>
              </a:lnSpc>
              <a:defRPr sz="4800"/>
            </a:lvl2pPr>
            <a:lvl3pPr>
              <a:lnSpc>
                <a:spcPct val="100000"/>
              </a:lnSpc>
              <a:defRPr sz="4400"/>
            </a:lvl3pPr>
            <a:lvl4pPr>
              <a:lnSpc>
                <a:spcPct val="100000"/>
              </a:lnSpc>
              <a:defRPr sz="4000"/>
            </a:lvl4pPr>
            <a:lvl5pPr>
              <a:lnSpc>
                <a:spcPct val="100000"/>
              </a:lnSpc>
              <a:defRPr sz="3600"/>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64793607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p:cSld name="Quote">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5008CFE4-4AC8-17F9-C6E2-22D96CF81069}"/>
              </a:ext>
            </a:extLst>
          </p:cNvPr>
          <p:cNvSpPr/>
          <p:nvPr/>
        </p:nvSpPr>
        <p:spPr>
          <a:xfrm>
            <a:off x="0" y="0"/>
            <a:ext cx="12192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8" name="Rectangle 7">
            <a:extLst>
              <a:ext uri="{FF2B5EF4-FFF2-40B4-BE49-F238E27FC236}">
                <a16:creationId xmlns:a16="http://schemas.microsoft.com/office/drawing/2014/main" id="{8B774BFB-EECC-C995-E701-4CCEB032FCDB}"/>
              </a:ext>
              <a:ext uri="{C183D7F6-B498-43B3-948B-1728B52AA6E4}">
                <adec:decorative xmlns:adec="http://schemas.microsoft.com/office/drawing/2017/decorative" val="1"/>
              </a:ext>
            </a:extLst>
          </p:cNvPr>
          <p:cNvSpPr/>
          <p:nvPr/>
        </p:nvSpPr>
        <p:spPr>
          <a:xfrm>
            <a:off x="0" y="3861412"/>
            <a:ext cx="12192000" cy="3010777"/>
          </a:xfrm>
          <a:prstGeom prst="rect">
            <a:avLst/>
          </a:prstGeom>
          <a:gradFill flip="none" rotWithShape="1">
            <a:gsLst>
              <a:gs pos="0">
                <a:schemeClr val="accent3">
                  <a:lumMod val="60000"/>
                  <a:lumOff val="40000"/>
                  <a:alpha val="70000"/>
                </a:schemeClr>
              </a:gs>
              <a:gs pos="50000">
                <a:schemeClr val="bg2">
                  <a:alpha val="0"/>
                </a:schemeClr>
              </a:gs>
            </a:gsLst>
            <a:lin ang="17160000" scaled="0"/>
            <a:tileRect/>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solidFill>
                <a:schemeClr val="tx1"/>
              </a:solidFill>
            </a:endParaRPr>
          </a:p>
        </p:txBody>
      </p:sp>
      <p:sp>
        <p:nvSpPr>
          <p:cNvPr id="9" name="Rectangle 8">
            <a:extLst>
              <a:ext uri="{FF2B5EF4-FFF2-40B4-BE49-F238E27FC236}">
                <a16:creationId xmlns:a16="http://schemas.microsoft.com/office/drawing/2014/main" id="{CD2E260E-763F-A06B-2808-39975829F205}"/>
              </a:ext>
            </a:extLst>
          </p:cNvPr>
          <p:cNvSpPr/>
          <p:nvPr/>
        </p:nvSpPr>
        <p:spPr>
          <a:xfrm rot="5400000" flipH="1">
            <a:off x="2667005" y="-2666996"/>
            <a:ext cx="6857996" cy="12191993"/>
          </a:xfrm>
          <a:prstGeom prst="rect">
            <a:avLst/>
          </a:prstGeom>
          <a:gradFill>
            <a:gsLst>
              <a:gs pos="0">
                <a:schemeClr val="bg1"/>
              </a:gs>
              <a:gs pos="100000">
                <a:schemeClr val="accent1">
                  <a:lumMod val="75000"/>
                  <a:alpha val="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0" name="Rectangle 9">
            <a:extLst>
              <a:ext uri="{FF2B5EF4-FFF2-40B4-BE49-F238E27FC236}">
                <a16:creationId xmlns:a16="http://schemas.microsoft.com/office/drawing/2014/main" id="{8E82642F-D94D-7313-EB9D-48E3CBEDD19C}"/>
              </a:ext>
            </a:extLst>
          </p:cNvPr>
          <p:cNvSpPr/>
          <p:nvPr/>
        </p:nvSpPr>
        <p:spPr>
          <a:xfrm rot="16200000" flipH="1">
            <a:off x="4381500" y="-4373435"/>
            <a:ext cx="3429000" cy="12175870"/>
          </a:xfrm>
          <a:prstGeom prst="rect">
            <a:avLst/>
          </a:prstGeom>
          <a:gradFill flip="none" rotWithShape="1">
            <a:gsLst>
              <a:gs pos="0">
                <a:schemeClr val="accent2"/>
              </a:gs>
              <a:gs pos="36000">
                <a:schemeClr val="accent6">
                  <a:alpha val="0"/>
                </a:schemeClr>
              </a:gs>
            </a:gsLst>
            <a:lin ang="21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 name="Title 1">
            <a:extLst>
              <a:ext uri="{FF2B5EF4-FFF2-40B4-BE49-F238E27FC236}">
                <a16:creationId xmlns:a16="http://schemas.microsoft.com/office/drawing/2014/main" id="{823F0761-EA67-F7D1-62E4-095EADA262F0}"/>
              </a:ext>
            </a:extLst>
          </p:cNvPr>
          <p:cNvSpPr>
            <a:spLocks noGrp="1"/>
          </p:cNvSpPr>
          <p:nvPr>
            <p:ph type="title" hasCustomPrompt="1"/>
          </p:nvPr>
        </p:nvSpPr>
        <p:spPr>
          <a:xfrm>
            <a:off x="1866900" y="4967784"/>
            <a:ext cx="8484108" cy="1052015"/>
          </a:xfrm>
        </p:spPr>
        <p:txBody>
          <a:bodyPr anchor="ctr">
            <a:normAutofit/>
          </a:bodyPr>
          <a:lstStyle>
            <a:lvl1pPr marL="137160" indent="-137160">
              <a:lnSpc>
                <a:spcPct val="100000"/>
              </a:lnSpc>
              <a:defRPr sz="2000">
                <a:solidFill>
                  <a:schemeClr val="tx1"/>
                </a:solidFill>
              </a:defRPr>
            </a:lvl1pPr>
          </a:lstStyle>
          <a:p>
            <a:r>
              <a:rPr lang="en-US"/>
              <a:t>Quote Author</a:t>
            </a:r>
          </a:p>
        </p:txBody>
      </p:sp>
      <p:sp>
        <p:nvSpPr>
          <p:cNvPr id="3" name="Date Placeholder 2">
            <a:extLst>
              <a:ext uri="{FF2B5EF4-FFF2-40B4-BE49-F238E27FC236}">
                <a16:creationId xmlns:a16="http://schemas.microsoft.com/office/drawing/2014/main" id="{49A78CD0-57A9-DB86-E3A3-40628E6D68B7}"/>
              </a:ext>
            </a:extLst>
          </p:cNvPr>
          <p:cNvSpPr>
            <a:spLocks noGrp="1"/>
          </p:cNvSpPr>
          <p:nvPr>
            <p:ph type="dt" sz="half" idx="10"/>
          </p:nvPr>
        </p:nvSpPr>
        <p:spPr/>
        <p:txBody>
          <a:bodyPr/>
          <a:lstStyle>
            <a:lvl1pPr>
              <a:defRPr>
                <a:solidFill>
                  <a:schemeClr val="tx1"/>
                </a:solidFill>
              </a:defRPr>
            </a:lvl1pPr>
          </a:lstStyle>
          <a:p>
            <a:fld id="{5BCAD085-E8A6-8845-BD4E-CB4CCA059FC4}" type="datetimeFigureOut">
              <a:rPr lang="en-US" smtClean="0"/>
              <a:t>9/23/2026</a:t>
            </a:fld>
            <a:endParaRPr lang="en-US"/>
          </a:p>
        </p:txBody>
      </p:sp>
      <p:sp>
        <p:nvSpPr>
          <p:cNvPr id="4" name="Footer Placeholder 3">
            <a:extLst>
              <a:ext uri="{FF2B5EF4-FFF2-40B4-BE49-F238E27FC236}">
                <a16:creationId xmlns:a16="http://schemas.microsoft.com/office/drawing/2014/main" id="{B54C2DF4-76B6-1299-74E1-66F403C01A3C}"/>
              </a:ext>
            </a:extLst>
          </p:cNvPr>
          <p:cNvSpPr>
            <a:spLocks noGrp="1"/>
          </p:cNvSpPr>
          <p:nvPr>
            <p:ph type="ftr" sz="quarter" idx="11"/>
          </p:nvPr>
        </p:nvSpPr>
        <p:spPr/>
        <p:txBody>
          <a:bodyPr/>
          <a:lstStyle>
            <a:lvl1pPr>
              <a:defRPr>
                <a:solidFill>
                  <a:schemeClr val="tx1"/>
                </a:solidFill>
              </a:defRPr>
            </a:lvl1pPr>
          </a:lstStyle>
          <a:p>
            <a:endParaRPr lang="en-US"/>
          </a:p>
        </p:txBody>
      </p:sp>
      <p:sp>
        <p:nvSpPr>
          <p:cNvPr id="5" name="Slide Number Placeholder 4">
            <a:extLst>
              <a:ext uri="{FF2B5EF4-FFF2-40B4-BE49-F238E27FC236}">
                <a16:creationId xmlns:a16="http://schemas.microsoft.com/office/drawing/2014/main" id="{2535CA15-3DFE-125B-C658-77179EDEA2F0}"/>
              </a:ext>
            </a:extLst>
          </p:cNvPr>
          <p:cNvSpPr>
            <a:spLocks noGrp="1"/>
          </p:cNvSpPr>
          <p:nvPr>
            <p:ph type="sldNum" sz="quarter" idx="12"/>
          </p:nvPr>
        </p:nvSpPr>
        <p:spPr/>
        <p:txBody>
          <a:bodyPr/>
          <a:lstStyle>
            <a:lvl1pPr>
              <a:defRPr>
                <a:solidFill>
                  <a:schemeClr val="tx1"/>
                </a:solidFill>
              </a:defRPr>
            </a:lvl1pPr>
          </a:lstStyle>
          <a:p>
            <a:fld id="{C1FF6DA9-008F-8B48-92A6-B652298478BF}" type="slidenum">
              <a:rPr lang="en-US" smtClean="0"/>
              <a:t>‹#›</a:t>
            </a:fld>
            <a:endParaRPr lang="en-US"/>
          </a:p>
        </p:txBody>
      </p:sp>
      <p:sp>
        <p:nvSpPr>
          <p:cNvPr id="7" name="Content Placeholder 6">
            <a:extLst>
              <a:ext uri="{FF2B5EF4-FFF2-40B4-BE49-F238E27FC236}">
                <a16:creationId xmlns:a16="http://schemas.microsoft.com/office/drawing/2014/main" id="{E5FAB025-061F-4B04-451A-37E42755863E}"/>
              </a:ext>
            </a:extLst>
          </p:cNvPr>
          <p:cNvSpPr>
            <a:spLocks noGrp="1"/>
          </p:cNvSpPr>
          <p:nvPr>
            <p:ph sz="quarter" idx="13" hasCustomPrompt="1"/>
          </p:nvPr>
        </p:nvSpPr>
        <p:spPr>
          <a:xfrm>
            <a:off x="1866900" y="1405719"/>
            <a:ext cx="8484108" cy="3087622"/>
          </a:xfrm>
        </p:spPr>
        <p:txBody>
          <a:bodyPr vert="horz" lIns="91440" tIns="45720" rIns="91440" bIns="45720" rtlCol="0" anchor="ctr">
            <a:noAutofit/>
          </a:bodyPr>
          <a:lstStyle>
            <a:lvl1pPr marL="0" indent="0">
              <a:lnSpc>
                <a:spcPct val="100000"/>
              </a:lnSpc>
              <a:buNone/>
              <a:defRPr lang="en-US" sz="4000" b="0" dirty="0">
                <a:solidFill>
                  <a:schemeClr val="tx1"/>
                </a:solidFill>
              </a:defRPr>
            </a:lvl1pPr>
            <a:lvl2pPr marL="228600" indent="0">
              <a:lnSpc>
                <a:spcPct val="100000"/>
              </a:lnSpc>
              <a:buNone/>
              <a:defRPr lang="en-US" sz="4000" b="0" dirty="0">
                <a:solidFill>
                  <a:schemeClr val="tx1"/>
                </a:solidFill>
              </a:defRPr>
            </a:lvl2pPr>
            <a:lvl3pPr marL="457200" indent="0">
              <a:lnSpc>
                <a:spcPct val="100000"/>
              </a:lnSpc>
              <a:buNone/>
              <a:defRPr lang="en-US" sz="4000" b="0" dirty="0">
                <a:solidFill>
                  <a:schemeClr val="tx1"/>
                </a:solidFill>
              </a:defRPr>
            </a:lvl3pPr>
            <a:lvl4pPr marL="685800" indent="0">
              <a:lnSpc>
                <a:spcPct val="100000"/>
              </a:lnSpc>
              <a:buNone/>
              <a:defRPr lang="en-US" sz="4000" b="0" dirty="0">
                <a:solidFill>
                  <a:schemeClr val="tx1"/>
                </a:solidFill>
              </a:defRPr>
            </a:lvl4pPr>
            <a:lvl5pPr marL="914400" indent="0">
              <a:lnSpc>
                <a:spcPct val="100000"/>
              </a:lnSpc>
              <a:buNone/>
              <a:defRPr lang="en-US" sz="3600" b="0" dirty="0">
                <a:solidFill>
                  <a:schemeClr val="tx1"/>
                </a:solidFill>
              </a:defRPr>
            </a:lvl5pPr>
          </a:lstStyle>
          <a:p>
            <a:pPr lvl="0"/>
            <a:r>
              <a:rPr lang="en-US" dirty="0"/>
              <a:t>Click to add Quote</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6" name="Straight Connector 5">
            <a:extLst>
              <a:ext uri="{FF2B5EF4-FFF2-40B4-BE49-F238E27FC236}">
                <a16:creationId xmlns:a16="http://schemas.microsoft.com/office/drawing/2014/main" id="{8D1ECC83-D6FA-D54B-81F2-EE93577E016F}"/>
              </a:ext>
            </a:extLst>
          </p:cNvPr>
          <p:cNvCxnSpPr>
            <a:cxnSpLocks/>
          </p:cNvCxnSpPr>
          <p:nvPr/>
        </p:nvCxnSpPr>
        <p:spPr>
          <a:xfrm flipH="1">
            <a:off x="2077285" y="4810814"/>
            <a:ext cx="8273723" cy="0"/>
          </a:xfrm>
          <a:prstGeom prst="line">
            <a:avLst/>
          </a:prstGeom>
          <a:ln w="6350">
            <a:solidFill>
              <a:schemeClr val="tx1">
                <a:lumMod val="75000"/>
                <a:alpha val="6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4416426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p:cSld name="Conclus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301752" y="762000"/>
            <a:ext cx="7012885" cy="1381432"/>
          </a:xfrm>
        </p:spPr>
        <p:txBody>
          <a:bodyPr anchor="t">
            <a:noAutofit/>
          </a:bodyPr>
          <a:lstStyle>
            <a:lvl1pPr>
              <a:defRPr sz="4400">
                <a:solidFill>
                  <a:schemeClr val="tx1"/>
                </a:solidFill>
              </a:defRPr>
            </a:lvl1pPr>
          </a:lstStyle>
          <a:p>
            <a:r>
              <a:rPr lang="en-US"/>
              <a:t>Click to edit Master title style</a:t>
            </a:r>
          </a:p>
        </p:txBody>
      </p:sp>
      <p:sp>
        <p:nvSpPr>
          <p:cNvPr id="4" name="Date Placeholder 3">
            <a:extLst>
              <a:ext uri="{FF2B5EF4-FFF2-40B4-BE49-F238E27FC236}">
                <a16:creationId xmlns:a16="http://schemas.microsoft.com/office/drawing/2014/main" id="{5C52CF0D-DCF6-2401-8AD6-ED12BCF0D0F7}"/>
              </a:ext>
            </a:extLst>
          </p:cNvPr>
          <p:cNvSpPr>
            <a:spLocks noGrp="1"/>
          </p:cNvSpPr>
          <p:nvPr>
            <p:ph type="dt" sz="half" idx="14"/>
          </p:nvPr>
        </p:nvSpPr>
        <p:spPr/>
        <p:txBody>
          <a:bodyPr/>
          <a:lstStyle/>
          <a:p>
            <a:fld id="{5BCAD085-E8A6-8845-BD4E-CB4CCA059FC4}" type="datetimeFigureOut">
              <a:rPr lang="en-US" smtClean="0"/>
              <a:t>9/23/2026</a:t>
            </a:fld>
            <a:endParaRPr lang="en-US"/>
          </a:p>
        </p:txBody>
      </p:sp>
      <p:sp>
        <p:nvSpPr>
          <p:cNvPr id="5" name="Footer Placeholder 4">
            <a:extLst>
              <a:ext uri="{FF2B5EF4-FFF2-40B4-BE49-F238E27FC236}">
                <a16:creationId xmlns:a16="http://schemas.microsoft.com/office/drawing/2014/main" id="{A67F5585-231E-4B46-143C-086AE5C56D2F}"/>
              </a:ext>
            </a:extLst>
          </p:cNvPr>
          <p:cNvSpPr>
            <a:spLocks noGrp="1"/>
          </p:cNvSpPr>
          <p:nvPr>
            <p:ph type="ftr" sz="quarter" idx="15"/>
          </p:nvPr>
        </p:nvSpPr>
        <p:spPr/>
        <p:txBody>
          <a:bodyPr/>
          <a:lstStyle/>
          <a:p>
            <a:endParaRPr lang="en-US"/>
          </a:p>
        </p:txBody>
      </p:sp>
      <p:sp>
        <p:nvSpPr>
          <p:cNvPr id="6" name="Slide Number Placeholder 5">
            <a:extLst>
              <a:ext uri="{FF2B5EF4-FFF2-40B4-BE49-F238E27FC236}">
                <a16:creationId xmlns:a16="http://schemas.microsoft.com/office/drawing/2014/main" id="{90CE8D9E-59BD-DBC5-F43C-8A6A21AE2F10}"/>
              </a:ext>
            </a:extLst>
          </p:cNvPr>
          <p:cNvSpPr>
            <a:spLocks noGrp="1"/>
          </p:cNvSpPr>
          <p:nvPr>
            <p:ph type="sldNum" sz="quarter" idx="16"/>
          </p:nvPr>
        </p:nvSpPr>
        <p:spPr/>
        <p:txBody>
          <a:bodyPr/>
          <a:lstStyle/>
          <a:p>
            <a:fld id="{C1FF6DA9-008F-8B48-92A6-B652298478BF}" type="slidenum">
              <a:rPr lang="en-US" smtClean="0"/>
              <a:t>‹#›</a:t>
            </a:fld>
            <a:endParaRPr lang="en-US"/>
          </a:p>
        </p:txBody>
      </p:sp>
      <p:cxnSp>
        <p:nvCxnSpPr>
          <p:cNvPr id="3" name="Straight Connector 2">
            <a:extLst>
              <a:ext uri="{FF2B5EF4-FFF2-40B4-BE49-F238E27FC236}">
                <a16:creationId xmlns:a16="http://schemas.microsoft.com/office/drawing/2014/main" id="{9ABA73FC-7BD1-70E0-E0BB-062C0B9E495C}"/>
              </a:ext>
            </a:extLst>
          </p:cNvPr>
          <p:cNvCxnSpPr>
            <a:cxnSpLocks/>
          </p:cNvCxnSpPr>
          <p:nvPr/>
        </p:nvCxnSpPr>
        <p:spPr>
          <a:xfrm flipH="1">
            <a:off x="394716" y="3032970"/>
            <a:ext cx="11402568" cy="0"/>
          </a:xfrm>
          <a:prstGeom prst="line">
            <a:avLst/>
          </a:prstGeom>
          <a:ln w="6350">
            <a:solidFill>
              <a:schemeClr val="tx1">
                <a:lumMod val="50000"/>
                <a:alpha val="60000"/>
              </a:schemeClr>
            </a:solidFill>
          </a:ln>
        </p:spPr>
        <p:style>
          <a:lnRef idx="1">
            <a:schemeClr val="accent1"/>
          </a:lnRef>
          <a:fillRef idx="0">
            <a:schemeClr val="accent1"/>
          </a:fillRef>
          <a:effectRef idx="0">
            <a:schemeClr val="accent1"/>
          </a:effectRef>
          <a:fontRef idx="minor">
            <a:schemeClr val="tx1"/>
          </a:fontRef>
        </p:style>
      </p:cxnSp>
      <p:sp>
        <p:nvSpPr>
          <p:cNvPr id="7" name="Rectangle 6">
            <a:extLst>
              <a:ext uri="{FF2B5EF4-FFF2-40B4-BE49-F238E27FC236}">
                <a16:creationId xmlns:a16="http://schemas.microsoft.com/office/drawing/2014/main" id="{DE12F779-E4E9-1000-6D97-63D7AD0CD426}"/>
              </a:ext>
            </a:extLst>
          </p:cNvPr>
          <p:cNvSpPr/>
          <p:nvPr/>
        </p:nvSpPr>
        <p:spPr>
          <a:xfrm rot="5400000" flipH="1">
            <a:off x="4765041" y="-568961"/>
            <a:ext cx="2661919" cy="12192002"/>
          </a:xfrm>
          <a:prstGeom prst="rect">
            <a:avLst/>
          </a:prstGeom>
          <a:gradFill>
            <a:gsLst>
              <a:gs pos="51000">
                <a:schemeClr val="bg2">
                  <a:alpha val="0"/>
                </a:schemeClr>
              </a:gs>
              <a:gs pos="98276">
                <a:schemeClr val="tx2"/>
              </a:gs>
              <a:gs pos="85000">
                <a:schemeClr val="accent1">
                  <a:alpha val="8500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B11177CF-A7A2-912C-416D-E7E03D2C5291}"/>
              </a:ext>
            </a:extLst>
          </p:cNvPr>
          <p:cNvSpPr/>
          <p:nvPr/>
        </p:nvSpPr>
        <p:spPr>
          <a:xfrm rot="5400000" flipH="1">
            <a:off x="4516120" y="-817882"/>
            <a:ext cx="3159760" cy="12192003"/>
          </a:xfrm>
          <a:prstGeom prst="rect">
            <a:avLst/>
          </a:prstGeom>
          <a:gradFill>
            <a:gsLst>
              <a:gs pos="62000">
                <a:schemeClr val="bg2">
                  <a:alpha val="0"/>
                </a:schemeClr>
              </a:gs>
              <a:gs pos="98276">
                <a:schemeClr val="accent5"/>
              </a:gs>
              <a:gs pos="88000">
                <a:schemeClr val="accent3">
                  <a:alpha val="49000"/>
                </a:schemeClr>
              </a:gs>
            </a:gsLst>
            <a:lin ang="1038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503230" y="3429000"/>
            <a:ext cx="11171699" cy="2465612"/>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83934598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p:cSld name="Conclusion 2">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7A3CA1D0-5ABF-E529-5411-F834222E48FC}"/>
              </a:ext>
            </a:extLst>
          </p:cNvPr>
          <p:cNvSpPr/>
          <p:nvPr/>
        </p:nvSpPr>
        <p:spPr>
          <a:xfrm rot="5400000">
            <a:off x="5020923" y="-2430130"/>
            <a:ext cx="1825034" cy="11866880"/>
          </a:xfrm>
          <a:prstGeom prst="rect">
            <a:avLst/>
          </a:prstGeom>
          <a:gradFill>
            <a:gsLst>
              <a:gs pos="41000">
                <a:schemeClr val="bg1">
                  <a:alpha val="0"/>
                </a:schemeClr>
              </a:gs>
              <a:gs pos="85612">
                <a:schemeClr val="accent4">
                  <a:alpha val="78000"/>
                </a:schemeClr>
              </a:gs>
              <a:gs pos="100000">
                <a:schemeClr val="accent6"/>
              </a:gs>
            </a:gsLst>
            <a:lin ang="10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740F5D87-BF9C-3DAE-D977-87A4FA7749F4}"/>
              </a:ext>
            </a:extLst>
          </p:cNvPr>
          <p:cNvSpPr/>
          <p:nvPr/>
        </p:nvSpPr>
        <p:spPr>
          <a:xfrm rot="10800000" flipH="1">
            <a:off x="0" y="2590790"/>
            <a:ext cx="12192000" cy="1825033"/>
          </a:xfrm>
          <a:prstGeom prst="rect">
            <a:avLst/>
          </a:prstGeom>
          <a:gradFill>
            <a:gsLst>
              <a:gs pos="68000">
                <a:schemeClr val="bg2">
                  <a:alpha val="0"/>
                </a:schemeClr>
              </a:gs>
              <a:gs pos="98851">
                <a:schemeClr val="accent5">
                  <a:lumMod val="60000"/>
                  <a:lumOff val="40000"/>
                </a:schemeClr>
              </a:gs>
              <a:gs pos="89000">
                <a:schemeClr val="accent3">
                  <a:lumMod val="60000"/>
                  <a:lumOff val="40000"/>
                  <a:alpha val="35000"/>
                </a:schemeClr>
              </a:gs>
            </a:gsLst>
            <a:lin ang="5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301752" y="762000"/>
            <a:ext cx="6095999" cy="1454506"/>
          </a:xfrm>
        </p:spPr>
        <p:txBody>
          <a:bodyPr anchor="t">
            <a:normAutofit/>
          </a:bodyPr>
          <a:lstStyle>
            <a:lvl1pPr>
              <a:defRPr sz="5400">
                <a:solidFill>
                  <a:schemeClr val="tx1"/>
                </a:solidFill>
              </a:defRPr>
            </a:lvl1pPr>
          </a:lstStyle>
          <a:p>
            <a:r>
              <a:rPr lang="en-US"/>
              <a:t>Click to edit Master title style</a:t>
            </a:r>
          </a:p>
        </p:txBody>
      </p:sp>
      <p:sp>
        <p:nvSpPr>
          <p:cNvPr id="3" name="Date Placeholder 2">
            <a:extLst>
              <a:ext uri="{FF2B5EF4-FFF2-40B4-BE49-F238E27FC236}">
                <a16:creationId xmlns:a16="http://schemas.microsoft.com/office/drawing/2014/main" id="{7CAECC89-C65D-CAD6-3F7F-24F67D81DCF1}"/>
              </a:ext>
            </a:extLst>
          </p:cNvPr>
          <p:cNvSpPr>
            <a:spLocks noGrp="1"/>
          </p:cNvSpPr>
          <p:nvPr>
            <p:ph type="dt" sz="half" idx="15"/>
          </p:nvPr>
        </p:nvSpPr>
        <p:spPr/>
        <p:txBody>
          <a:bodyPr/>
          <a:lstStyle/>
          <a:p>
            <a:fld id="{5BCAD085-E8A6-8845-BD4E-CB4CCA059FC4}" type="datetimeFigureOut">
              <a:rPr lang="en-US" smtClean="0"/>
              <a:t>9/23/2026</a:t>
            </a:fld>
            <a:endParaRPr lang="en-US"/>
          </a:p>
        </p:txBody>
      </p:sp>
      <p:sp>
        <p:nvSpPr>
          <p:cNvPr id="8" name="Footer Placeholder 7">
            <a:extLst>
              <a:ext uri="{FF2B5EF4-FFF2-40B4-BE49-F238E27FC236}">
                <a16:creationId xmlns:a16="http://schemas.microsoft.com/office/drawing/2014/main" id="{F664FAF8-D2CD-617D-EEE4-AFE7E979984A}"/>
              </a:ext>
            </a:extLst>
          </p:cNvPr>
          <p:cNvSpPr>
            <a:spLocks noGrp="1"/>
          </p:cNvSpPr>
          <p:nvPr>
            <p:ph type="ftr" sz="quarter" idx="16"/>
          </p:nvPr>
        </p:nvSpPr>
        <p:spPr/>
        <p:txBody>
          <a:bodyPr/>
          <a:lstStyle/>
          <a:p>
            <a:endParaRPr lang="en-US"/>
          </a:p>
        </p:txBody>
      </p:sp>
      <p:sp>
        <p:nvSpPr>
          <p:cNvPr id="9" name="Slide Number Placeholder 8">
            <a:extLst>
              <a:ext uri="{FF2B5EF4-FFF2-40B4-BE49-F238E27FC236}">
                <a16:creationId xmlns:a16="http://schemas.microsoft.com/office/drawing/2014/main" id="{B0DB779D-8A81-935C-F850-6C0DCAD5E6D1}"/>
              </a:ext>
            </a:extLst>
          </p:cNvPr>
          <p:cNvSpPr>
            <a:spLocks noGrp="1"/>
          </p:cNvSpPr>
          <p:nvPr>
            <p:ph type="sldNum" sz="quarter" idx="17"/>
          </p:nvPr>
        </p:nvSpPr>
        <p:spPr/>
        <p:txBody>
          <a:bodyPr/>
          <a:lstStyle/>
          <a:p>
            <a:fld id="{C1FF6DA9-008F-8B48-92A6-B652298478BF}" type="slidenum">
              <a:rPr lang="en-US" smtClean="0"/>
              <a:t>‹#›</a:t>
            </a:fld>
            <a:endParaRPr lang="en-US"/>
          </a:p>
        </p:txBody>
      </p:sp>
      <p:sp>
        <p:nvSpPr>
          <p:cNvPr id="7" name="Content Placeholder 6">
            <a:extLst>
              <a:ext uri="{FF2B5EF4-FFF2-40B4-BE49-F238E27FC236}">
                <a16:creationId xmlns:a16="http://schemas.microsoft.com/office/drawing/2014/main" id="{053FFEDA-E57B-DF13-2394-A1514E15F85A}"/>
              </a:ext>
            </a:extLst>
          </p:cNvPr>
          <p:cNvSpPr>
            <a:spLocks noGrp="1"/>
          </p:cNvSpPr>
          <p:nvPr>
            <p:ph sz="quarter" idx="14"/>
          </p:nvPr>
        </p:nvSpPr>
        <p:spPr>
          <a:xfrm>
            <a:off x="7620000" y="3337560"/>
            <a:ext cx="3595171" cy="2828581"/>
          </a:xfrm>
        </p:spPr>
        <p:txBody>
          <a:bodyPr vert="horz" lIns="91440" tIns="45720" rIns="91440" bIns="45720" rtlCol="0">
            <a:normAutofit/>
          </a:bodyPr>
          <a:lstStyle>
            <a:lvl1pPr marL="0" indent="0">
              <a:buNone/>
              <a:defRPr lang="en-US" sz="1800" dirty="0"/>
            </a:lvl1pPr>
            <a:lvl2pPr marL="228600" indent="0">
              <a:buNone/>
              <a:defRPr lang="en-US" sz="1400" dirty="0"/>
            </a:lvl2pPr>
            <a:lvl3pPr marL="457200" indent="0">
              <a:buNone/>
              <a:defRPr lang="en-US" sz="1200" dirty="0"/>
            </a:lvl3pPr>
            <a:lvl4pPr marL="685800" indent="0">
              <a:buNone/>
              <a:defRPr lang="en-US" sz="1100" dirty="0"/>
            </a:lvl4pPr>
            <a:lvl5pPr marL="914400" indent="0">
              <a:buNone/>
              <a:defRPr lang="en-US" sz="105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40869643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01752" y="731520"/>
            <a:ext cx="10858500" cy="692389"/>
          </a:xfrm>
        </p:spPr>
        <p:txBody>
          <a:bodyPr/>
          <a:lstStyle>
            <a:lvl1pPr>
              <a:defRPr>
                <a:solidFill>
                  <a:schemeClr val="tx1"/>
                </a:solidFill>
              </a:defRPr>
            </a:lvl1pPr>
          </a:lstStyle>
          <a:p>
            <a:r>
              <a:rPr lang="en-US"/>
              <a:t>Click to edit Master title style</a:t>
            </a:r>
          </a:p>
        </p:txBody>
      </p:sp>
      <p:sp>
        <p:nvSpPr>
          <p:cNvPr id="3" name="Date Placeholder 2">
            <a:extLst>
              <a:ext uri="{FF2B5EF4-FFF2-40B4-BE49-F238E27FC236}">
                <a16:creationId xmlns:a16="http://schemas.microsoft.com/office/drawing/2014/main" id="{EC2184DE-1D38-B3AE-D560-557B3726B547}"/>
              </a:ext>
            </a:extLst>
          </p:cNvPr>
          <p:cNvSpPr>
            <a:spLocks noGrp="1"/>
          </p:cNvSpPr>
          <p:nvPr>
            <p:ph type="dt" sz="half" idx="15"/>
          </p:nvPr>
        </p:nvSpPr>
        <p:spPr/>
        <p:txBody>
          <a:bodyPr/>
          <a:lstStyle/>
          <a:p>
            <a:fld id="{5BCAD085-E8A6-8845-BD4E-CB4CCA059FC4}" type="datetimeFigureOut">
              <a:rPr lang="en-US" smtClean="0"/>
              <a:t>9/23/2026</a:t>
            </a:fld>
            <a:endParaRPr lang="en-US"/>
          </a:p>
        </p:txBody>
      </p:sp>
      <p:sp>
        <p:nvSpPr>
          <p:cNvPr id="4" name="Footer Placeholder 3">
            <a:extLst>
              <a:ext uri="{FF2B5EF4-FFF2-40B4-BE49-F238E27FC236}">
                <a16:creationId xmlns:a16="http://schemas.microsoft.com/office/drawing/2014/main" id="{392A082C-5D4A-4A20-87E3-9906B5F3BAF4}"/>
              </a:ext>
            </a:extLst>
          </p:cNvPr>
          <p:cNvSpPr>
            <a:spLocks noGrp="1"/>
          </p:cNvSpPr>
          <p:nvPr>
            <p:ph type="ftr" sz="quarter" idx="16"/>
          </p:nvPr>
        </p:nvSpPr>
        <p:spPr/>
        <p:txBody>
          <a:bodyPr/>
          <a:lstStyle/>
          <a:p>
            <a:endParaRPr lang="en-US"/>
          </a:p>
        </p:txBody>
      </p:sp>
      <p:sp>
        <p:nvSpPr>
          <p:cNvPr id="8" name="Slide Number Placeholder 7">
            <a:extLst>
              <a:ext uri="{FF2B5EF4-FFF2-40B4-BE49-F238E27FC236}">
                <a16:creationId xmlns:a16="http://schemas.microsoft.com/office/drawing/2014/main" id="{AD66BE47-AC20-1061-07AD-89A41D02F482}"/>
              </a:ext>
            </a:extLst>
          </p:cNvPr>
          <p:cNvSpPr>
            <a:spLocks noGrp="1"/>
          </p:cNvSpPr>
          <p:nvPr>
            <p:ph type="sldNum" sz="quarter" idx="17"/>
          </p:nvPr>
        </p:nvSpPr>
        <p:spPr/>
        <p:txBody>
          <a:bodyPr/>
          <a:lstStyle/>
          <a:p>
            <a:fld id="{C1FF6DA9-008F-8B48-92A6-B652298478BF}" type="slidenum">
              <a:rPr lang="en-US" smtClean="0"/>
              <a:t>‹#›</a:t>
            </a:fld>
            <a:endParaRPr lang="en-US"/>
          </a:p>
        </p:txBody>
      </p:sp>
      <p:sp>
        <p:nvSpPr>
          <p:cNvPr id="7" name="Content Placeholder 6">
            <a:extLst>
              <a:ext uri="{FF2B5EF4-FFF2-40B4-BE49-F238E27FC236}">
                <a16:creationId xmlns:a16="http://schemas.microsoft.com/office/drawing/2014/main" id="{80A35E0D-62A8-3554-9B0A-F98F410BA73C}"/>
              </a:ext>
            </a:extLst>
          </p:cNvPr>
          <p:cNvSpPr>
            <a:spLocks noGrp="1"/>
          </p:cNvSpPr>
          <p:nvPr>
            <p:ph sz="quarter" idx="18"/>
          </p:nvPr>
        </p:nvSpPr>
        <p:spPr>
          <a:xfrm>
            <a:off x="301625" y="1806575"/>
            <a:ext cx="5165725" cy="45862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6">
            <a:extLst>
              <a:ext uri="{FF2B5EF4-FFF2-40B4-BE49-F238E27FC236}">
                <a16:creationId xmlns:a16="http://schemas.microsoft.com/office/drawing/2014/main" id="{59B3B287-1823-BE94-2755-A041E87636AD}"/>
              </a:ext>
            </a:extLst>
          </p:cNvPr>
          <p:cNvSpPr>
            <a:spLocks noGrp="1"/>
          </p:cNvSpPr>
          <p:nvPr>
            <p:ph sz="quarter" idx="19"/>
          </p:nvPr>
        </p:nvSpPr>
        <p:spPr>
          <a:xfrm>
            <a:off x="6723891" y="1806575"/>
            <a:ext cx="4991100" cy="45862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6" name="Straight Connector 5">
            <a:extLst>
              <a:ext uri="{FF2B5EF4-FFF2-40B4-BE49-F238E27FC236}">
                <a16:creationId xmlns:a16="http://schemas.microsoft.com/office/drawing/2014/main" id="{3AFB33C1-66E4-5420-EAC7-ECB72519298E}"/>
              </a:ext>
            </a:extLst>
          </p:cNvPr>
          <p:cNvCxnSpPr>
            <a:cxnSpLocks/>
          </p:cNvCxnSpPr>
          <p:nvPr/>
        </p:nvCxnSpPr>
        <p:spPr>
          <a:xfrm flipH="1">
            <a:off x="394716" y="1584960"/>
            <a:ext cx="11402568" cy="0"/>
          </a:xfrm>
          <a:prstGeom prst="line">
            <a:avLst/>
          </a:prstGeom>
          <a:ln w="6350">
            <a:solidFill>
              <a:schemeClr val="tx1">
                <a:lumMod val="50000"/>
                <a:alpha val="6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6594798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p:cSld name="Comparison">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06AE5CFF-8C53-04B8-D45D-5572C54FE40F}"/>
              </a:ext>
            </a:extLst>
          </p:cNvPr>
          <p:cNvSpPr/>
          <p:nvPr/>
        </p:nvSpPr>
        <p:spPr>
          <a:xfrm flipV="1">
            <a:off x="0" y="0"/>
            <a:ext cx="12191999" cy="1337733"/>
          </a:xfrm>
          <a:prstGeom prst="rect">
            <a:avLst/>
          </a:prstGeom>
          <a:gradFill>
            <a:gsLst>
              <a:gs pos="51000">
                <a:schemeClr val="accent2">
                  <a:lumMod val="50000"/>
                  <a:alpha val="0"/>
                </a:schemeClr>
              </a:gs>
              <a:gs pos="100000">
                <a:schemeClr val="accent1">
                  <a:alpha val="40000"/>
                </a:schemeClr>
              </a:gs>
            </a:gsLst>
            <a:lin ang="57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1FEE969-634D-6E32-D227-18E9282C6F9E}"/>
              </a:ext>
            </a:extLst>
          </p:cNvPr>
          <p:cNvSpPr>
            <a:spLocks noGrp="1"/>
          </p:cNvSpPr>
          <p:nvPr>
            <p:ph type="title"/>
          </p:nvPr>
        </p:nvSpPr>
        <p:spPr>
          <a:xfrm>
            <a:off x="301752" y="731520"/>
            <a:ext cx="11585448" cy="662062"/>
          </a:xfrm>
        </p:spPr>
        <p:txBody>
          <a:bodyPr/>
          <a:lstStyle>
            <a:lvl1pPr>
              <a:defRPr>
                <a:solidFill>
                  <a:schemeClr val="tx1"/>
                </a:solidFill>
              </a:defRPr>
            </a:lvl1pPr>
          </a:lstStyle>
          <a:p>
            <a:r>
              <a:rPr lang="en-US"/>
              <a:t>Click to edit Master title style</a:t>
            </a:r>
          </a:p>
        </p:txBody>
      </p:sp>
      <p:sp>
        <p:nvSpPr>
          <p:cNvPr id="15" name="Date Placeholder 14">
            <a:extLst>
              <a:ext uri="{FF2B5EF4-FFF2-40B4-BE49-F238E27FC236}">
                <a16:creationId xmlns:a16="http://schemas.microsoft.com/office/drawing/2014/main" id="{705EA491-E08A-48B5-7211-33514A94530C}"/>
              </a:ext>
            </a:extLst>
          </p:cNvPr>
          <p:cNvSpPr>
            <a:spLocks noGrp="1"/>
          </p:cNvSpPr>
          <p:nvPr>
            <p:ph type="dt" sz="half" idx="15"/>
          </p:nvPr>
        </p:nvSpPr>
        <p:spPr/>
        <p:txBody>
          <a:bodyPr/>
          <a:lstStyle/>
          <a:p>
            <a:fld id="{5BCAD085-E8A6-8845-BD4E-CB4CCA059FC4}" type="datetimeFigureOut">
              <a:rPr lang="en-US" smtClean="0"/>
              <a:t>9/23/2026</a:t>
            </a:fld>
            <a:endParaRPr lang="en-US"/>
          </a:p>
        </p:txBody>
      </p:sp>
      <p:sp>
        <p:nvSpPr>
          <p:cNvPr id="16" name="Footer Placeholder 15">
            <a:extLst>
              <a:ext uri="{FF2B5EF4-FFF2-40B4-BE49-F238E27FC236}">
                <a16:creationId xmlns:a16="http://schemas.microsoft.com/office/drawing/2014/main" id="{259980DF-BFB1-0E16-FE9E-D2D30ED180E7}"/>
              </a:ext>
            </a:extLst>
          </p:cNvPr>
          <p:cNvSpPr>
            <a:spLocks noGrp="1"/>
          </p:cNvSpPr>
          <p:nvPr>
            <p:ph type="ftr" sz="quarter" idx="16"/>
          </p:nvPr>
        </p:nvSpPr>
        <p:spPr/>
        <p:txBody>
          <a:bodyPr/>
          <a:lstStyle/>
          <a:p>
            <a:endParaRPr lang="en-US"/>
          </a:p>
        </p:txBody>
      </p:sp>
      <p:sp>
        <p:nvSpPr>
          <p:cNvPr id="17" name="Slide Number Placeholder 16">
            <a:extLst>
              <a:ext uri="{FF2B5EF4-FFF2-40B4-BE49-F238E27FC236}">
                <a16:creationId xmlns:a16="http://schemas.microsoft.com/office/drawing/2014/main" id="{6EA97154-58A7-DD75-CD73-93F442F34125}"/>
              </a:ext>
            </a:extLst>
          </p:cNvPr>
          <p:cNvSpPr>
            <a:spLocks noGrp="1"/>
          </p:cNvSpPr>
          <p:nvPr>
            <p:ph type="sldNum" sz="quarter" idx="17"/>
          </p:nvPr>
        </p:nvSpPr>
        <p:spPr/>
        <p:txBody>
          <a:bodyPr/>
          <a:lstStyle/>
          <a:p>
            <a:fld id="{C1FF6DA9-008F-8B48-92A6-B652298478BF}" type="slidenum">
              <a:rPr lang="en-US" smtClean="0"/>
              <a:t>‹#›</a:t>
            </a:fld>
            <a:endParaRPr lang="en-US"/>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301752" y="1775779"/>
            <a:ext cx="5166360" cy="640080"/>
          </a:xfrm>
        </p:spPr>
        <p:txBody>
          <a:bodyPr anchor="ctr" anchorCtr="0">
            <a:normAutofit/>
          </a:bodyPr>
          <a:lstStyle>
            <a:lvl1pPr marL="0" indent="0">
              <a:lnSpc>
                <a:spcPct val="90000"/>
              </a:lnSpc>
              <a:buNone/>
              <a:defRPr sz="1600" b="1" cap="none"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6">
            <a:extLst>
              <a:ext uri="{FF2B5EF4-FFF2-40B4-BE49-F238E27FC236}">
                <a16:creationId xmlns:a16="http://schemas.microsoft.com/office/drawing/2014/main" id="{13701989-F794-F145-FEEE-631718E4D69C}"/>
              </a:ext>
            </a:extLst>
          </p:cNvPr>
          <p:cNvSpPr>
            <a:spLocks noGrp="1"/>
          </p:cNvSpPr>
          <p:nvPr>
            <p:ph sz="quarter" idx="18"/>
          </p:nvPr>
        </p:nvSpPr>
        <p:spPr>
          <a:xfrm>
            <a:off x="301625" y="2492481"/>
            <a:ext cx="5165725" cy="39003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720840" y="1775777"/>
            <a:ext cx="5166360" cy="640080"/>
          </a:xfrm>
        </p:spPr>
        <p:txBody>
          <a:bodyPr anchor="ctr" anchorCtr="0">
            <a:normAutofit/>
          </a:bodyPr>
          <a:lstStyle>
            <a:lvl1pPr marL="0" indent="0">
              <a:lnSpc>
                <a:spcPct val="90000"/>
              </a:lnSpc>
              <a:buNone/>
              <a:defRPr sz="1600" b="1" cap="none"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Content Placeholder 6">
            <a:extLst>
              <a:ext uri="{FF2B5EF4-FFF2-40B4-BE49-F238E27FC236}">
                <a16:creationId xmlns:a16="http://schemas.microsoft.com/office/drawing/2014/main" id="{A3BB3E04-BBB2-1EB1-AF01-EFE05E004270}"/>
              </a:ext>
            </a:extLst>
          </p:cNvPr>
          <p:cNvSpPr>
            <a:spLocks noGrp="1"/>
          </p:cNvSpPr>
          <p:nvPr>
            <p:ph sz="quarter" idx="19"/>
          </p:nvPr>
        </p:nvSpPr>
        <p:spPr>
          <a:xfrm>
            <a:off x="6723890" y="2492481"/>
            <a:ext cx="5181907" cy="39003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7" name="Straight Connector 6">
            <a:extLst>
              <a:ext uri="{FF2B5EF4-FFF2-40B4-BE49-F238E27FC236}">
                <a16:creationId xmlns:a16="http://schemas.microsoft.com/office/drawing/2014/main" id="{B692CF81-A7A7-1362-125E-EEC5C8BD16E7}"/>
              </a:ext>
            </a:extLst>
          </p:cNvPr>
          <p:cNvCxnSpPr>
            <a:cxnSpLocks/>
          </p:cNvCxnSpPr>
          <p:nvPr/>
        </p:nvCxnSpPr>
        <p:spPr>
          <a:xfrm flipH="1">
            <a:off x="394716" y="1579934"/>
            <a:ext cx="11402568" cy="0"/>
          </a:xfrm>
          <a:prstGeom prst="line">
            <a:avLst/>
          </a:prstGeom>
          <a:ln w="6350">
            <a:solidFill>
              <a:schemeClr val="tx1">
                <a:lumMod val="50000"/>
                <a:alpha val="60000"/>
              </a:schemeClr>
            </a:solidFill>
          </a:ln>
        </p:spPr>
        <p:style>
          <a:lnRef idx="1">
            <a:schemeClr val="accent1"/>
          </a:lnRef>
          <a:fillRef idx="0">
            <a:schemeClr val="accent1"/>
          </a:fillRef>
          <a:effectRef idx="0">
            <a:schemeClr val="accent1"/>
          </a:effectRef>
          <a:fontRef idx="minor">
            <a:schemeClr val="tx1"/>
          </a:fontRef>
        </p:style>
      </p:cxnSp>
      <p:sp>
        <p:nvSpPr>
          <p:cNvPr id="4" name="Rectangle 3">
            <a:extLst>
              <a:ext uri="{FF2B5EF4-FFF2-40B4-BE49-F238E27FC236}">
                <a16:creationId xmlns:a16="http://schemas.microsoft.com/office/drawing/2014/main" id="{11E71789-6ED9-AA74-B78C-05CAF80B5536}"/>
              </a:ext>
            </a:extLst>
          </p:cNvPr>
          <p:cNvSpPr/>
          <p:nvPr/>
        </p:nvSpPr>
        <p:spPr>
          <a:xfrm flipV="1">
            <a:off x="0" y="0"/>
            <a:ext cx="12191999" cy="1337733"/>
          </a:xfrm>
          <a:prstGeom prst="rect">
            <a:avLst/>
          </a:prstGeom>
          <a:gradFill>
            <a:gsLst>
              <a:gs pos="51000">
                <a:schemeClr val="accent2">
                  <a:lumMod val="50000"/>
                  <a:alpha val="0"/>
                </a:schemeClr>
              </a:gs>
              <a:gs pos="100000">
                <a:schemeClr val="accent1">
                  <a:alpha val="40000"/>
                </a:schemeClr>
              </a:gs>
            </a:gsLst>
            <a:lin ang="57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958045891"/>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A9F42-7FF7-F803-C075-BC4968D35E34}"/>
              </a:ext>
            </a:extLst>
          </p:cNvPr>
          <p:cNvSpPr>
            <a:spLocks noGrp="1"/>
          </p:cNvSpPr>
          <p:nvPr>
            <p:ph type="title"/>
          </p:nvPr>
        </p:nvSpPr>
        <p:spPr>
          <a:xfrm>
            <a:off x="301752" y="1005840"/>
            <a:ext cx="9906000" cy="801042"/>
          </a:xfrm>
        </p:spPr>
        <p:txBody>
          <a:bodyPr anchor="t"/>
          <a:lstStyle/>
          <a:p>
            <a:r>
              <a:rPr lang="en-US"/>
              <a:t>Click to edit Master title style</a:t>
            </a:r>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lstStyle/>
          <a:p>
            <a:fld id="{5BCAD085-E8A6-8845-BD4E-CB4CCA059FC4}" type="datetimeFigureOut">
              <a:rPr lang="en-US" smtClean="0"/>
              <a:t>9/23/2026</a:t>
            </a:fld>
            <a:endParaRPr lang="en-US"/>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64378286"/>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blank" preserve="1">
  <p:cSld name="Empty">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p:txBody>
          <a:bodyPr/>
          <a:lstStyle/>
          <a:p>
            <a:fld id="{5BCAD085-E8A6-8845-BD4E-CB4CCA059FC4}" type="datetimeFigureOut">
              <a:rPr lang="en-US" smtClean="0"/>
              <a:t>9/23/2026</a:t>
            </a:fld>
            <a:endParaRPr lang="en-US"/>
          </a:p>
        </p:txBody>
      </p:sp>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30964726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301752" y="869140"/>
            <a:ext cx="11604046" cy="969206"/>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301752" y="210114"/>
            <a:ext cx="1759288" cy="365760"/>
          </a:xfrm>
          <a:prstGeom prst="rect">
            <a:avLst/>
          </a:prstGeom>
        </p:spPr>
        <p:txBody>
          <a:bodyPr vert="horz" lIns="91440" tIns="45720" rIns="91440" bIns="45720" rtlCol="0" anchor="ctr"/>
          <a:lstStyle>
            <a:lvl1pPr algn="l" rtl="0">
              <a:defRPr sz="800" cap="none" spc="0" baseline="0">
                <a:solidFill>
                  <a:schemeClr val="tx1"/>
                </a:solidFill>
              </a:defRPr>
            </a:lvl1pPr>
          </a:lstStyle>
          <a:p>
            <a:fld id="{5BCAD085-E8A6-8845-BD4E-CB4CCA059FC4}" type="datetimeFigureOut">
              <a:rPr lang="en-US" smtClean="0"/>
              <a:t>9/23/2026</a:t>
            </a:fld>
            <a:endParaRPr lang="en-US"/>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a:off x="7622485" y="210114"/>
            <a:ext cx="2509284" cy="365760"/>
          </a:xfrm>
          <a:prstGeom prst="rect">
            <a:avLst/>
          </a:prstGeom>
        </p:spPr>
        <p:txBody>
          <a:bodyPr vert="horz" lIns="91440" tIns="45720" rIns="91440" bIns="45720" rtlCol="0" anchor="ctr"/>
          <a:lstStyle>
            <a:lvl1pPr algn="l" rtl="0">
              <a:defRPr sz="800" cap="none" spc="0" baseline="0">
                <a:solidFill>
                  <a:schemeClr val="tx1"/>
                </a:solidFill>
              </a:defRPr>
            </a:lvl1pPr>
          </a:lstStyle>
          <a:p>
            <a:endParaRPr lang="en-US"/>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11300323" y="210114"/>
            <a:ext cx="605475" cy="365760"/>
          </a:xfrm>
          <a:prstGeom prst="rect">
            <a:avLst/>
          </a:prstGeom>
        </p:spPr>
        <p:txBody>
          <a:bodyPr vert="horz" lIns="91440" tIns="45720" rIns="91440" bIns="45720" rtlCol="0" anchor="ctr"/>
          <a:lstStyle>
            <a:lvl1pPr algn="r" rtl="0">
              <a:defRPr sz="800" cap="none" spc="0" baseline="0">
                <a:solidFill>
                  <a:schemeClr val="tx1"/>
                </a:solidFill>
              </a:defRPr>
            </a:lvl1pPr>
          </a:lstStyle>
          <a:p>
            <a:fld id="{C1FF6DA9-008F-8B48-92A6-B652298478BF}" type="slidenum">
              <a:rPr lang="en-US" smtClean="0"/>
              <a:t>‹#›</a:t>
            </a:fld>
            <a:endParaRPr lang="en-US"/>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301752" y="2047284"/>
            <a:ext cx="11604046" cy="423464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16" name="Straight Connector 15">
            <a:extLst>
              <a:ext uri="{FF2B5EF4-FFF2-40B4-BE49-F238E27FC236}">
                <a16:creationId xmlns:a16="http://schemas.microsoft.com/office/drawing/2014/main" id="{A3E5EF3F-856F-01A0-B658-94EAB13FC060}"/>
              </a:ext>
            </a:extLst>
          </p:cNvPr>
          <p:cNvCxnSpPr>
            <a:cxnSpLocks/>
          </p:cNvCxnSpPr>
          <p:nvPr/>
        </p:nvCxnSpPr>
        <p:spPr>
          <a:xfrm flipH="1">
            <a:off x="394716" y="751313"/>
            <a:ext cx="11402568" cy="0"/>
          </a:xfrm>
          <a:prstGeom prst="line">
            <a:avLst/>
          </a:prstGeom>
          <a:ln w="6350">
            <a:solidFill>
              <a:schemeClr val="tx1">
                <a:lumMod val="75000"/>
                <a:alpha val="34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62177128"/>
      </p:ext>
    </p:extLst>
  </p:cSld>
  <p:clrMap bg1="dk1" tx1="lt1" bg2="dk2" tx2="lt2" accent1="accent1" accent2="accent2" accent3="accent3" accent4="accent4" accent5="accent5" accent6="accent6" hlink="hlink" folHlink="folHlink"/>
  <p:sldLayoutIdLst>
    <p:sldLayoutId id="2147483717" r:id="rId1"/>
    <p:sldLayoutId id="2147483718" r:id="rId2"/>
    <p:sldLayoutId id="2147483719" r:id="rId3"/>
    <p:sldLayoutId id="2147483720" r:id="rId4"/>
    <p:sldLayoutId id="2147483721" r:id="rId5"/>
    <p:sldLayoutId id="2147483722" r:id="rId6"/>
    <p:sldLayoutId id="2147483723" r:id="rId7"/>
    <p:sldLayoutId id="2147483724" r:id="rId8"/>
    <p:sldLayoutId id="2147483725" r:id="rId9"/>
    <p:sldLayoutId id="2147483726" r:id="rId10"/>
    <p:sldLayoutId id="2147483727" r:id="rId11"/>
    <p:sldLayoutId id="2147483728" r:id="rId12"/>
    <p:sldLayoutId id="2147483729" r:id="rId13"/>
    <p:sldLayoutId id="2147483730" r:id="rId14"/>
    <p:sldLayoutId id="2147483731" r:id="rId15"/>
    <p:sldLayoutId id="2147483732" r:id="rId16"/>
    <p:sldLayoutId id="2147483733" r:id="rId17"/>
    <p:sldLayoutId id="2147483734" r:id="rId18"/>
    <p:sldLayoutId id="2147483735" r:id="rId19"/>
    <p:sldLayoutId id="2147483736" r:id="rId20"/>
    <p:sldLayoutId id="2147483737" r:id="rId21"/>
    <p:sldLayoutId id="2147483738" r:id="rId22"/>
    <p:sldLayoutId id="2147483739" r:id="rId23"/>
    <p:sldLayoutId id="2147483740" r:id="rId24"/>
    <p:sldLayoutId id="2147483741" r:id="rId25"/>
    <p:sldLayoutId id="2147483742" r:id="rId26"/>
    <p:sldLayoutId id="2147483743" r:id="rId27"/>
  </p:sldLayoutIdLst>
  <p:txStyles>
    <p:titleStyle>
      <a:lvl1pPr algn="l" defTabSz="914400" rtl="0" eaLnBrk="1" latinLnBrk="0" hangingPunct="1">
        <a:lnSpc>
          <a:spcPct val="85000"/>
        </a:lnSpc>
        <a:spcBef>
          <a:spcPct val="0"/>
        </a:spcBef>
        <a:buNone/>
        <a:defRPr sz="2800" b="0" kern="1200" spc="0" baseline="0">
          <a:solidFill>
            <a:schemeClr val="tx1"/>
          </a:solidFill>
          <a:latin typeface="+mj-lt"/>
          <a:ea typeface="+mj-ea"/>
          <a:cs typeface="+mj-cs"/>
        </a:defRPr>
      </a:lvl1pPr>
    </p:titleStyle>
    <p:bodyStyle>
      <a:lvl1pPr marL="0" indent="0" algn="l" defTabSz="914400" rtl="0" eaLnBrk="1" latinLnBrk="0" hangingPunct="1">
        <a:lnSpc>
          <a:spcPct val="120000"/>
        </a:lnSpc>
        <a:spcBef>
          <a:spcPts val="1000"/>
        </a:spcBef>
        <a:buFont typeface="Arial" panose="020B0604020202020204" pitchFamily="34" charset="0"/>
        <a:buNone/>
        <a:defRPr sz="1400" kern="1200" spc="0">
          <a:solidFill>
            <a:schemeClr val="tx1"/>
          </a:solidFill>
          <a:latin typeface="+mn-lt"/>
          <a:ea typeface="+mn-ea"/>
          <a:cs typeface="+mn-cs"/>
        </a:defRPr>
      </a:lvl1pPr>
      <a:lvl2pPr marL="228600" indent="0" algn="l" defTabSz="914400" rtl="0" eaLnBrk="1" latinLnBrk="0" hangingPunct="1">
        <a:lnSpc>
          <a:spcPct val="120000"/>
        </a:lnSpc>
        <a:spcBef>
          <a:spcPts val="500"/>
        </a:spcBef>
        <a:buFont typeface="Arial" panose="020B0604020202020204" pitchFamily="34" charset="0"/>
        <a:buNone/>
        <a:defRPr sz="1400" kern="1200" spc="0">
          <a:solidFill>
            <a:schemeClr val="tx1"/>
          </a:solidFill>
          <a:latin typeface="+mn-lt"/>
          <a:ea typeface="+mn-ea"/>
          <a:cs typeface="+mn-cs"/>
        </a:defRPr>
      </a:lvl2pPr>
      <a:lvl3pPr marL="457200" indent="0" algn="l" defTabSz="914400" rtl="0" eaLnBrk="1" latinLnBrk="0" hangingPunct="1">
        <a:lnSpc>
          <a:spcPct val="120000"/>
        </a:lnSpc>
        <a:spcBef>
          <a:spcPts val="500"/>
        </a:spcBef>
        <a:buFont typeface="Arial" panose="020B0604020202020204" pitchFamily="34" charset="0"/>
        <a:buNone/>
        <a:defRPr sz="1400" kern="1200" spc="0">
          <a:solidFill>
            <a:schemeClr val="tx1"/>
          </a:solidFill>
          <a:latin typeface="+mn-lt"/>
          <a:ea typeface="+mn-ea"/>
          <a:cs typeface="+mn-cs"/>
        </a:defRPr>
      </a:lvl3pPr>
      <a:lvl4pPr marL="685800" indent="0" algn="l" defTabSz="914400" rtl="0" eaLnBrk="1" latinLnBrk="0" hangingPunct="1">
        <a:lnSpc>
          <a:spcPct val="120000"/>
        </a:lnSpc>
        <a:spcBef>
          <a:spcPts val="500"/>
        </a:spcBef>
        <a:buFont typeface="Arial" panose="020B0604020202020204" pitchFamily="34" charset="0"/>
        <a:buNone/>
        <a:defRPr sz="1400" kern="1200" spc="0">
          <a:solidFill>
            <a:schemeClr val="tx1"/>
          </a:solidFill>
          <a:latin typeface="+mn-lt"/>
          <a:ea typeface="+mn-ea"/>
          <a:cs typeface="+mn-cs"/>
        </a:defRPr>
      </a:lvl4pPr>
      <a:lvl5pPr marL="914400" indent="0" algn="l" defTabSz="914400" rtl="0" eaLnBrk="1" latinLnBrk="0" hangingPunct="1">
        <a:lnSpc>
          <a:spcPct val="120000"/>
        </a:lnSpc>
        <a:spcBef>
          <a:spcPts val="500"/>
        </a:spcBef>
        <a:buFont typeface="Arial" panose="020B0604020202020204" pitchFamily="34" charset="0"/>
        <a:buNone/>
        <a:defRPr sz="1400" kern="1200" spc="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1" pos="168">
          <p15:clr>
            <a:srgbClr val="F26B43"/>
          </p15:clr>
        </p15:guide>
        <p15:guide id="22" orient="horz" pos="2160">
          <p15:clr>
            <a:srgbClr val="F26B43"/>
          </p15:clr>
        </p15:guide>
        <p15:guide id="23" pos="4800">
          <p15:clr>
            <a:srgbClr val="F26B43"/>
          </p15:clr>
        </p15:guide>
        <p15:guide id="24" orient="horz" pos="480">
          <p15:clr>
            <a:srgbClr val="F26B43"/>
          </p15:clr>
        </p15:guide>
        <p15:guide id="25" orient="horz" pos="864">
          <p15:clr>
            <a:srgbClr val="F26B43"/>
          </p15:clr>
        </p15:guide>
        <p15:guide id="26" pos="7392">
          <p15:clr>
            <a:srgbClr val="F26B43"/>
          </p15:clr>
        </p15:guide>
        <p15:guide id="27" orient="horz" pos="3840">
          <p15:clr>
            <a:srgbClr val="F26B43"/>
          </p15:clr>
        </p15:guide>
        <p15:guide id="28" pos="240">
          <p15:clr>
            <a:srgbClr val="F26B43"/>
          </p15:clr>
        </p15:guide>
        <p15:guide id="29" pos="7440">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7.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7.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7.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7.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7.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7.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7.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7.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7.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7.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7.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7.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7.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7.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7.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7.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D1117"/>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28016"/>
          </a:xfrm>
          <a:prstGeom prst="rect">
            <a:avLst/>
          </a:prstGeom>
          <a:solidFill>
            <a:srgbClr val="F0B4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77240" y="1874519"/>
            <a:ext cx="10637215" cy="365760"/>
          </a:xfrm>
          <a:prstGeom prst="rect">
            <a:avLst/>
          </a:prstGeom>
          <a:noFill/>
        </p:spPr>
        <p:txBody>
          <a:bodyPr wrap="square" lIns="0" tIns="0" rIns="0" bIns="0" anchor="t">
            <a:spAutoFit/>
          </a:bodyPr>
          <a:lstStyle/>
          <a:p>
            <a:pPr algn="l">
              <a:lnSpc>
                <a:spcPct val="115000"/>
              </a:lnSpc>
              <a:spcAft>
                <a:spcPts val="800"/>
              </a:spcAft>
            </a:pPr>
            <a:r>
              <a:rPr sz="1500" b="1" i="0">
                <a:solidFill>
                  <a:srgbClr val="F0B429"/>
                </a:solidFill>
                <a:latin typeface="Consolas"/>
              </a:rPr>
              <a:t>ISV KESTREL  ·  AURORA SHIPBOARD INTELLIGENCE</a:t>
            </a:r>
          </a:p>
        </p:txBody>
      </p:sp>
      <p:sp>
        <p:nvSpPr>
          <p:cNvPr id="4" name="TextBox 3"/>
          <p:cNvSpPr txBox="1"/>
          <p:nvPr/>
        </p:nvSpPr>
        <p:spPr>
          <a:xfrm>
            <a:off x="777240" y="2377440"/>
            <a:ext cx="10637215" cy="1737360"/>
          </a:xfrm>
          <a:prstGeom prst="rect">
            <a:avLst/>
          </a:prstGeom>
          <a:noFill/>
        </p:spPr>
        <p:txBody>
          <a:bodyPr wrap="square" lIns="0" tIns="0" rIns="0" bIns="0" anchor="t">
            <a:spAutoFit/>
          </a:bodyPr>
          <a:lstStyle/>
          <a:p>
            <a:pPr algn="l">
              <a:lnSpc>
                <a:spcPct val="105000"/>
              </a:lnSpc>
              <a:spcAft>
                <a:spcPts val="800"/>
              </a:spcAft>
            </a:pPr>
            <a:r>
              <a:rPr sz="5400" b="1" i="0">
                <a:solidFill>
                  <a:srgbClr val="E6EDF3"/>
                </a:solidFill>
                <a:latin typeface="Segoe UI"/>
              </a:rPr>
              <a:t>My ship's AI told me
it was cooling the reactor</a:t>
            </a:r>
          </a:p>
        </p:txBody>
      </p:sp>
      <p:sp>
        <p:nvSpPr>
          <p:cNvPr id="5" name="Rectangle 4"/>
          <p:cNvSpPr/>
          <p:nvPr/>
        </p:nvSpPr>
        <p:spPr>
          <a:xfrm>
            <a:off x="777240" y="4343400"/>
            <a:ext cx="2926080" cy="19050"/>
          </a:xfrm>
          <a:prstGeom prst="rect">
            <a:avLst/>
          </a:prstGeom>
          <a:solidFill>
            <a:srgbClr val="3036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77240" y="4617720"/>
            <a:ext cx="10637215" cy="914400"/>
          </a:xfrm>
          <a:prstGeom prst="rect">
            <a:avLst/>
          </a:prstGeom>
          <a:noFill/>
        </p:spPr>
        <p:txBody>
          <a:bodyPr wrap="square" lIns="0" tIns="0" rIns="0" bIns="0" anchor="t">
            <a:spAutoFit/>
          </a:bodyPr>
          <a:lstStyle/>
          <a:p>
            <a:pPr algn="l">
              <a:lnSpc>
                <a:spcPct val="130000"/>
              </a:lnSpc>
              <a:spcAft>
                <a:spcPts val="800"/>
              </a:spcAft>
            </a:pPr>
            <a:r>
              <a:rPr sz="2000" b="0" i="0">
                <a:solidFill>
                  <a:srgbClr val="8B949E"/>
                </a:solidFill>
                <a:latin typeface="Segoe UI"/>
              </a:rPr>
              <a:t>Building a starship intelligence on the Microsoft Agent Framework harness — and what happened when I asked it to do things it could not do</a:t>
            </a:r>
          </a:p>
        </p:txBody>
      </p:sp>
      <p:sp>
        <p:nvSpPr>
          <p:cNvPr id="7" name="TextBox 6"/>
          <p:cNvSpPr txBox="1"/>
          <p:nvPr/>
        </p:nvSpPr>
        <p:spPr>
          <a:xfrm>
            <a:off x="777240" y="6291072"/>
            <a:ext cx="6382329" cy="274320"/>
          </a:xfrm>
          <a:prstGeom prst="rect">
            <a:avLst/>
          </a:prstGeom>
          <a:noFill/>
        </p:spPr>
        <p:txBody>
          <a:bodyPr wrap="square" lIns="0" tIns="0" rIns="0" bIns="0" anchor="t">
            <a:spAutoFit/>
          </a:bodyPr>
          <a:lstStyle/>
          <a:p>
            <a:pPr algn="l">
              <a:lnSpc>
                <a:spcPct val="115000"/>
              </a:lnSpc>
              <a:spcAft>
                <a:spcPts val="800"/>
              </a:spcAft>
            </a:pPr>
            <a:r>
              <a:rPr sz="1100" b="0" i="0">
                <a:solidFill>
                  <a:srgbClr val="8B949E"/>
                </a:solidFill>
                <a:latin typeface="Segoe UI"/>
              </a:rPr>
              <a:t>Stuart Dobson</a:t>
            </a:r>
          </a:p>
        </p:txBody>
      </p:sp>
      <p:sp>
        <p:nvSpPr>
          <p:cNvPr id="8" name="TextBox 7"/>
          <p:cNvSpPr txBox="1"/>
          <p:nvPr/>
        </p:nvSpPr>
        <p:spPr>
          <a:xfrm>
            <a:off x="7159569" y="6291072"/>
            <a:ext cx="4254886" cy="274320"/>
          </a:xfrm>
          <a:prstGeom prst="rect">
            <a:avLst/>
          </a:prstGeom>
          <a:noFill/>
        </p:spPr>
        <p:txBody>
          <a:bodyPr wrap="square" lIns="0" tIns="0" rIns="0" bIns="0" anchor="t">
            <a:spAutoFit/>
          </a:bodyPr>
          <a:lstStyle/>
          <a:p>
            <a:pPr algn="r">
              <a:lnSpc>
                <a:spcPct val="115000"/>
              </a:lnSpc>
              <a:spcAft>
                <a:spcPts val="800"/>
              </a:spcAft>
            </a:pPr>
            <a:r>
              <a:rPr sz="1100" b="0" i="0">
                <a:solidFill>
                  <a:srgbClr val="8B949E"/>
                </a:solidFill>
                <a:latin typeface="Segoe UI"/>
              </a:rPr>
              <a:t>github.com/stuartdotnet/ship-ai-harness  ·  .NET 10  ·  Harness 1.15.0</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D1117"/>
        </a:solidFill>
        <a:effectLst/>
      </p:bgPr>
    </p:bg>
    <p:spTree>
      <p:nvGrpSpPr>
        <p:cNvPr id="1" name=""/>
        <p:cNvGrpSpPr/>
        <p:nvPr/>
      </p:nvGrpSpPr>
      <p:grpSpPr>
        <a:xfrm>
          <a:off x="0" y="0"/>
          <a:ext cx="0" cy="0"/>
          <a:chOff x="0" y="0"/>
          <a:chExt cx="0" cy="0"/>
        </a:xfrm>
      </p:grpSpPr>
      <p:sp>
        <p:nvSpPr>
          <p:cNvPr id="2" name="TextBox 1"/>
          <p:cNvSpPr txBox="1"/>
          <p:nvPr/>
        </p:nvSpPr>
        <p:spPr>
          <a:xfrm>
            <a:off x="777240" y="502920"/>
            <a:ext cx="10637215" cy="274320"/>
          </a:xfrm>
          <a:prstGeom prst="rect">
            <a:avLst/>
          </a:prstGeom>
          <a:noFill/>
        </p:spPr>
        <p:txBody>
          <a:bodyPr wrap="square" lIns="0" tIns="0" rIns="0" bIns="0" anchor="t">
            <a:spAutoFit/>
          </a:bodyPr>
          <a:lstStyle/>
          <a:p>
            <a:pPr algn="l">
              <a:lnSpc>
                <a:spcPct val="115000"/>
              </a:lnSpc>
              <a:spcAft>
                <a:spcPts val="800"/>
              </a:spcAft>
            </a:pPr>
            <a:r>
              <a:rPr sz="1300" b="1" i="0">
                <a:solidFill>
                  <a:srgbClr val="F0B429"/>
                </a:solidFill>
                <a:latin typeface="Segoe UI"/>
              </a:rPr>
              <a:t>BEFORE WE LAUNCH</a:t>
            </a:r>
          </a:p>
        </p:txBody>
      </p:sp>
      <p:sp>
        <p:nvSpPr>
          <p:cNvPr id="3" name="TextBox 2"/>
          <p:cNvSpPr txBox="1"/>
          <p:nvPr/>
        </p:nvSpPr>
        <p:spPr>
          <a:xfrm>
            <a:off x="777240" y="914400"/>
            <a:ext cx="10637215" cy="679417"/>
          </a:xfrm>
          <a:prstGeom prst="rect">
            <a:avLst/>
          </a:prstGeom>
          <a:noFill/>
        </p:spPr>
        <p:txBody>
          <a:bodyPr wrap="square" lIns="0" tIns="0" rIns="0" bIns="0" anchor="t">
            <a:spAutoFit/>
          </a:bodyPr>
          <a:lstStyle/>
          <a:p>
            <a:pPr>
              <a:lnSpc>
                <a:spcPct val="115000"/>
              </a:lnSpc>
              <a:spcAft>
                <a:spcPts val="800"/>
              </a:spcAft>
            </a:pPr>
            <a:r>
              <a:rPr sz="4200" b="1" i="0" dirty="0">
                <a:solidFill>
                  <a:srgbClr val="E6EDF3"/>
                </a:solidFill>
                <a:latin typeface="Segoe UI"/>
              </a:rPr>
              <a:t>Stuart Dobson</a:t>
            </a:r>
            <a:r>
              <a:rPr lang="en-AU" sz="4200" b="1" i="0" dirty="0">
                <a:solidFill>
                  <a:srgbClr val="E6EDF3"/>
                </a:solidFill>
                <a:latin typeface="Segoe UI"/>
              </a:rPr>
              <a:t>  	</a:t>
            </a:r>
            <a:r>
              <a:rPr lang="en-AU" sz="4200" b="1" dirty="0">
                <a:solidFill>
                  <a:srgbClr val="E6EDF3"/>
                </a:solidFill>
                <a:latin typeface="Segoe UI"/>
              </a:rPr>
              <a:t>	</a:t>
            </a:r>
            <a:r>
              <a:rPr lang="en-AU" sz="2800" b="1" i="0" dirty="0">
                <a:solidFill>
                  <a:srgbClr val="F0B429"/>
                </a:solidFill>
                <a:latin typeface="Segoe UI"/>
              </a:rPr>
              <a:t>s</a:t>
            </a:r>
            <a:r>
              <a:rPr lang="en-AU" sz="2800" b="1" dirty="0">
                <a:solidFill>
                  <a:srgbClr val="F0B429"/>
                </a:solidFill>
                <a:latin typeface="Segoe UI"/>
              </a:rPr>
              <a:t>tuartdobson.net</a:t>
            </a:r>
            <a:endParaRPr lang="en-AU" sz="4400" b="1" dirty="0">
              <a:solidFill>
                <a:srgbClr val="F0B429"/>
              </a:solidFill>
              <a:latin typeface="Segoe UI"/>
            </a:endParaRPr>
          </a:p>
        </p:txBody>
      </p:sp>
      <p:sp>
        <p:nvSpPr>
          <p:cNvPr id="4" name="TextBox 3"/>
          <p:cNvSpPr txBox="1"/>
          <p:nvPr/>
        </p:nvSpPr>
        <p:spPr>
          <a:xfrm>
            <a:off x="777240" y="2103120"/>
            <a:ext cx="10637215" cy="1423467"/>
          </a:xfrm>
          <a:prstGeom prst="rect">
            <a:avLst/>
          </a:prstGeom>
          <a:noFill/>
        </p:spPr>
        <p:txBody>
          <a:bodyPr wrap="square" lIns="0" tIns="0" rIns="0" bIns="0" anchor="t">
            <a:spAutoFit/>
          </a:bodyPr>
          <a:lstStyle/>
          <a:p>
            <a:pPr marL="310896" indent="-310896" algn="l">
              <a:lnSpc>
                <a:spcPct val="110000"/>
              </a:lnSpc>
              <a:spcAft>
                <a:spcPts val="1500"/>
              </a:spcAft>
            </a:pPr>
            <a:r>
              <a:rPr sz="2100" b="1" i="0" dirty="0">
                <a:solidFill>
                  <a:srgbClr val="F0B429"/>
                </a:solidFill>
                <a:latin typeface="Segoe UI"/>
              </a:rPr>
              <a:t>▸  </a:t>
            </a:r>
            <a:r>
              <a:rPr sz="2100" b="1" i="0" dirty="0">
                <a:solidFill>
                  <a:srgbClr val="E6EDF3"/>
                </a:solidFill>
                <a:latin typeface="Segoe UI"/>
              </a:rPr>
              <a:t>.NET and Azure</a:t>
            </a:r>
            <a:r>
              <a:rPr sz="2100" b="0" i="0" dirty="0">
                <a:solidFill>
                  <a:srgbClr val="8B949E"/>
                </a:solidFill>
                <a:latin typeface="Segoe UI"/>
              </a:rPr>
              <a:t>  </a:t>
            </a:r>
            <a:r>
              <a:rPr lang="en-AU" sz="2100" b="0" i="0" dirty="0">
                <a:solidFill>
                  <a:srgbClr val="8B949E"/>
                </a:solidFill>
                <a:latin typeface="Segoe UI"/>
              </a:rPr>
              <a:t>-</a:t>
            </a:r>
            <a:r>
              <a:rPr sz="2100" b="0" i="0" dirty="0">
                <a:solidFill>
                  <a:srgbClr val="8B949E"/>
                </a:solidFill>
                <a:latin typeface="Segoe UI"/>
              </a:rPr>
              <a:t> and, lately, agents that </a:t>
            </a:r>
            <a:r>
              <a:rPr lang="en-AU" sz="2100" b="0" i="0" dirty="0">
                <a:solidFill>
                  <a:srgbClr val="8B949E"/>
                </a:solidFill>
                <a:latin typeface="Segoe UI"/>
              </a:rPr>
              <a:t>must</a:t>
            </a:r>
            <a:r>
              <a:rPr sz="2100" b="0" i="0" dirty="0">
                <a:solidFill>
                  <a:srgbClr val="8B949E"/>
                </a:solidFill>
                <a:latin typeface="Segoe UI"/>
              </a:rPr>
              <a:t> be trusted with something</a:t>
            </a:r>
          </a:p>
          <a:p>
            <a:pPr marL="310896" indent="-310896" algn="l">
              <a:lnSpc>
                <a:spcPct val="110000"/>
              </a:lnSpc>
              <a:spcAft>
                <a:spcPts val="1500"/>
              </a:spcAft>
            </a:pPr>
            <a:r>
              <a:rPr sz="2100" b="1" i="0" dirty="0">
                <a:solidFill>
                  <a:srgbClr val="F0B429"/>
                </a:solidFill>
                <a:latin typeface="Segoe UI"/>
              </a:rPr>
              <a:t>▸  </a:t>
            </a:r>
            <a:r>
              <a:rPr sz="2100" b="1" i="0" dirty="0">
                <a:solidFill>
                  <a:srgbClr val="E6EDF3"/>
                </a:solidFill>
                <a:latin typeface="Segoe UI"/>
              </a:rPr>
              <a:t>The Grounded Developer</a:t>
            </a:r>
            <a:r>
              <a:rPr sz="2100" b="0" i="0" dirty="0">
                <a:solidFill>
                  <a:srgbClr val="8B949E"/>
                </a:solidFill>
                <a:latin typeface="Segoe UI"/>
              </a:rPr>
              <a:t>  </a:t>
            </a:r>
            <a:r>
              <a:rPr lang="en-AU" sz="2100" b="0" i="0" dirty="0">
                <a:solidFill>
                  <a:srgbClr val="8B949E"/>
                </a:solidFill>
                <a:latin typeface="Segoe UI"/>
              </a:rPr>
              <a:t>-</a:t>
            </a:r>
            <a:r>
              <a:rPr sz="2100" b="0" i="0" dirty="0">
                <a:solidFill>
                  <a:srgbClr val="8B949E"/>
                </a:solidFill>
                <a:latin typeface="Segoe UI"/>
              </a:rPr>
              <a:t> </a:t>
            </a:r>
            <a:r>
              <a:rPr lang="en-AU" sz="2100" dirty="0">
                <a:latin typeface="Segoe UI"/>
              </a:rPr>
              <a:t>T</a:t>
            </a:r>
            <a:r>
              <a:rPr lang="en-AU" sz="2100" b="0" i="0" dirty="0">
                <a:latin typeface="Segoe UI"/>
              </a:rPr>
              <a:t>heGroundedDeveloper.Substack.com</a:t>
            </a:r>
            <a:r>
              <a:rPr sz="2100" b="0" i="0" dirty="0">
                <a:solidFill>
                  <a:srgbClr val="8B949E"/>
                </a:solidFill>
                <a:latin typeface="Segoe UI"/>
              </a:rPr>
              <a:t>: </a:t>
            </a:r>
            <a:r>
              <a:rPr lang="en-AU" sz="2100" b="0" i="0" dirty="0">
                <a:solidFill>
                  <a:srgbClr val="8B949E"/>
                </a:solidFill>
                <a:latin typeface="Segoe UI"/>
              </a:rPr>
              <a:t>A</a:t>
            </a:r>
            <a:r>
              <a:rPr sz="2100" b="0" i="0" dirty="0" err="1">
                <a:solidFill>
                  <a:srgbClr val="8B949E"/>
                </a:solidFill>
                <a:latin typeface="Segoe UI"/>
              </a:rPr>
              <a:t>gentic</a:t>
            </a:r>
            <a:r>
              <a:rPr sz="2100" b="0" i="0" dirty="0">
                <a:solidFill>
                  <a:srgbClr val="8B949E"/>
                </a:solidFill>
                <a:latin typeface="Segoe UI"/>
              </a:rPr>
              <a:t> AI</a:t>
            </a:r>
            <a:r>
              <a:rPr lang="en-AU" sz="2100" b="0" i="0" dirty="0">
                <a:solidFill>
                  <a:srgbClr val="8B949E"/>
                </a:solidFill>
                <a:latin typeface="Segoe UI"/>
              </a:rPr>
              <a:t> blog</a:t>
            </a:r>
            <a:endParaRPr sz="2100" b="0" i="0" dirty="0">
              <a:solidFill>
                <a:srgbClr val="8B949E"/>
              </a:solidFill>
              <a:latin typeface="Segoe UI"/>
            </a:endParaRPr>
          </a:p>
          <a:p>
            <a:pPr marL="310896" indent="-310896" algn="l">
              <a:lnSpc>
                <a:spcPct val="110000"/>
              </a:lnSpc>
              <a:spcAft>
                <a:spcPts val="1500"/>
              </a:spcAft>
            </a:pPr>
            <a:r>
              <a:rPr sz="2100" b="1" i="0" dirty="0">
                <a:solidFill>
                  <a:srgbClr val="F0B429"/>
                </a:solidFill>
                <a:latin typeface="Segoe UI"/>
              </a:rPr>
              <a:t>▸  </a:t>
            </a:r>
            <a:r>
              <a:rPr sz="2100" b="1" i="0" dirty="0">
                <a:solidFill>
                  <a:srgbClr val="E6EDF3"/>
                </a:solidFill>
                <a:latin typeface="Segoe UI"/>
              </a:rPr>
              <a:t>This talk is a repo</a:t>
            </a:r>
            <a:r>
              <a:rPr sz="2100" b="0" i="0" dirty="0">
                <a:solidFill>
                  <a:srgbClr val="8B949E"/>
                </a:solidFill>
                <a:latin typeface="Segoe UI"/>
              </a:rPr>
              <a:t>  </a:t>
            </a:r>
            <a:r>
              <a:rPr lang="en-AU" sz="2100" b="0" i="0" dirty="0">
                <a:solidFill>
                  <a:srgbClr val="8B949E"/>
                </a:solidFill>
                <a:latin typeface="Segoe UI"/>
              </a:rPr>
              <a:t>-</a:t>
            </a:r>
            <a:r>
              <a:rPr sz="2100" b="0" i="0" dirty="0">
                <a:solidFill>
                  <a:srgbClr val="8B949E"/>
                </a:solidFill>
                <a:latin typeface="Segoe UI"/>
              </a:rPr>
              <a:t> </a:t>
            </a:r>
            <a:r>
              <a:rPr lang="en-AU" sz="2100" b="0" i="0" dirty="0">
                <a:latin typeface="Segoe UI"/>
              </a:rPr>
              <a:t>github.com/</a:t>
            </a:r>
            <a:r>
              <a:rPr lang="en-AU" sz="2100" b="0" i="0" dirty="0" err="1">
                <a:latin typeface="Segoe UI"/>
              </a:rPr>
              <a:t>stuartdotnet</a:t>
            </a:r>
            <a:r>
              <a:rPr lang="en-AU" sz="2100" b="0" i="0" dirty="0">
                <a:latin typeface="Segoe UI"/>
              </a:rPr>
              <a:t>/</a:t>
            </a:r>
            <a:r>
              <a:rPr sz="2100" b="0" i="0" dirty="0">
                <a:latin typeface="Segoe UI"/>
              </a:rPr>
              <a:t>ship-ai-harness</a:t>
            </a:r>
            <a:r>
              <a:rPr sz="2100" b="0" i="0" dirty="0">
                <a:solidFill>
                  <a:srgbClr val="8B949E"/>
                </a:solidFill>
                <a:latin typeface="Segoe UI"/>
              </a:rPr>
              <a:t>.</a:t>
            </a:r>
            <a:r>
              <a:rPr lang="en-AU" sz="2100" b="0" i="0" dirty="0">
                <a:solidFill>
                  <a:srgbClr val="8B949E"/>
                </a:solidFill>
                <a:latin typeface="Segoe UI"/>
              </a:rPr>
              <a:t> Run it!</a:t>
            </a:r>
            <a:endParaRPr sz="2100" b="0" i="0" dirty="0">
              <a:solidFill>
                <a:srgbClr val="8B949E"/>
              </a:solidFill>
              <a:latin typeface="Segoe UI"/>
            </a:endParaRPr>
          </a:p>
        </p:txBody>
      </p:sp>
      <p:sp>
        <p:nvSpPr>
          <p:cNvPr id="5" name="TextBox 4"/>
          <p:cNvSpPr txBox="1"/>
          <p:nvPr/>
        </p:nvSpPr>
        <p:spPr>
          <a:xfrm>
            <a:off x="777240" y="5760720"/>
            <a:ext cx="10637215" cy="457200"/>
          </a:xfrm>
          <a:prstGeom prst="rect">
            <a:avLst/>
          </a:prstGeom>
          <a:noFill/>
        </p:spPr>
        <p:txBody>
          <a:bodyPr wrap="square" lIns="0" tIns="0" rIns="0" bIns="0" anchor="t">
            <a:spAutoFit/>
          </a:bodyPr>
          <a:lstStyle/>
          <a:p>
            <a:pPr algn="l">
              <a:lnSpc>
                <a:spcPct val="115000"/>
              </a:lnSpc>
              <a:spcAft>
                <a:spcPts val="800"/>
              </a:spcAft>
            </a:pPr>
            <a:r>
              <a:rPr sz="1700" b="0" i="0">
                <a:solidFill>
                  <a:srgbClr val="8B949E"/>
                </a:solidFill>
                <a:latin typeface="Segoe UI"/>
              </a:rPr>
              <a:t>Nothing tonight is C#-specific. The harness is; the failures are not.</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D1117"/>
        </a:solidFill>
        <a:effectLst/>
      </p:bgPr>
    </p:bg>
    <p:spTree>
      <p:nvGrpSpPr>
        <p:cNvPr id="1" name=""/>
        <p:cNvGrpSpPr/>
        <p:nvPr/>
      </p:nvGrpSpPr>
      <p:grpSpPr>
        <a:xfrm>
          <a:off x="0" y="0"/>
          <a:ext cx="0" cy="0"/>
          <a:chOff x="0" y="0"/>
          <a:chExt cx="0" cy="0"/>
        </a:xfrm>
      </p:grpSpPr>
      <p:sp>
        <p:nvSpPr>
          <p:cNvPr id="2" name="TextBox 1"/>
          <p:cNvSpPr txBox="1"/>
          <p:nvPr/>
        </p:nvSpPr>
        <p:spPr>
          <a:xfrm>
            <a:off x="777240" y="502920"/>
            <a:ext cx="10637215" cy="274320"/>
          </a:xfrm>
          <a:prstGeom prst="rect">
            <a:avLst/>
          </a:prstGeom>
          <a:noFill/>
        </p:spPr>
        <p:txBody>
          <a:bodyPr wrap="square" lIns="0" tIns="0" rIns="0" bIns="0" anchor="t">
            <a:spAutoFit/>
          </a:bodyPr>
          <a:lstStyle/>
          <a:p>
            <a:pPr algn="l">
              <a:lnSpc>
                <a:spcPct val="115000"/>
              </a:lnSpc>
              <a:spcAft>
                <a:spcPts val="800"/>
              </a:spcAft>
            </a:pPr>
            <a:r>
              <a:rPr sz="1300" b="1" i="0">
                <a:solidFill>
                  <a:srgbClr val="F85149"/>
                </a:solidFill>
                <a:latin typeface="Segoe UI"/>
              </a:rPr>
              <a:t>THE BRIDGE  ·  T009  ·  ALERT RED</a:t>
            </a:r>
          </a:p>
        </p:txBody>
      </p:sp>
      <p:sp>
        <p:nvSpPr>
          <p:cNvPr id="3" name="Rectangle 2"/>
          <p:cNvSpPr/>
          <p:nvPr/>
        </p:nvSpPr>
        <p:spPr>
          <a:xfrm>
            <a:off x="777240" y="1051560"/>
            <a:ext cx="10637215" cy="3417189"/>
          </a:xfrm>
          <a:prstGeom prst="rect">
            <a:avLst/>
          </a:prstGeom>
          <a:solidFill>
            <a:srgbClr val="161B22"/>
          </a:solidFill>
          <a:ln w="12700">
            <a:solidFill>
              <a:srgbClr val="3036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033272" y="1252728"/>
            <a:ext cx="10125151" cy="3014853"/>
          </a:xfrm>
          <a:prstGeom prst="rect">
            <a:avLst/>
          </a:prstGeom>
          <a:noFill/>
        </p:spPr>
        <p:txBody>
          <a:bodyPr wrap="square" lIns="0" tIns="0" rIns="0" bIns="0" anchor="t">
            <a:spAutoFit/>
          </a:bodyPr>
          <a:lstStyle/>
          <a:p>
            <a:pPr algn="l">
              <a:lnSpc>
                <a:spcPct val="100000"/>
              </a:lnSpc>
              <a:spcAft>
                <a:spcPts val="0"/>
              </a:spcAft>
            </a:pPr>
            <a:r>
              <a:rPr sz="1300" b="0" i="0">
                <a:solidFill>
                  <a:srgbClr val="E6EDF3"/>
                </a:solidFill>
                <a:latin typeface="Consolas"/>
              </a:rPr>
              <a:t>  ━━ T009 ━━ 🔴  RED   ▲ RAISED ━━━━━━━━━━━━━━━━━━━━━━━━━━━━━━━━━━━</a:t>
            </a:r>
          </a:p>
          <a:p>
            <a:pPr algn="l">
              <a:lnSpc>
                <a:spcPct val="100000"/>
              </a:lnSpc>
              <a:spcAft>
                <a:spcPts val="0"/>
              </a:spcAft>
            </a:pPr>
            <a:r>
              <a:rPr sz="1300" b="0" i="0">
                <a:solidFill>
                  <a:srgbClr val="E6EDF3"/>
                </a:solidFill>
                <a:latin typeface="Consolas"/>
              </a:rPr>
              <a:t>     HULL     █████████░  86      REACTOR  ███░░░░░░░  30°</a:t>
            </a:r>
          </a:p>
          <a:p>
            <a:pPr algn="l">
              <a:lnSpc>
                <a:spcPct val="100000"/>
              </a:lnSpc>
              <a:spcAft>
                <a:spcPts val="0"/>
              </a:spcAft>
            </a:pPr>
            <a:r>
              <a:rPr sz="1300" b="0" i="0">
                <a:solidFill>
                  <a:srgbClr val="E6EDF3"/>
                </a:solidFill>
                <a:latin typeface="Consolas"/>
              </a:rPr>
              <a:t>     POWER     88%   ·   Engines 25 · Shields 10 · Weapons 0 · Life 33</a:t>
            </a:r>
          </a:p>
          <a:p>
            <a:pPr algn="l">
              <a:lnSpc>
                <a:spcPct val="100000"/>
              </a:lnSpc>
              <a:spcAft>
                <a:spcPts val="0"/>
              </a:spcAft>
            </a:pPr>
            <a:r>
              <a:rPr sz="1300" b="0" i="0">
                <a:solidFill>
                  <a:srgbClr val="E6EDF3"/>
                </a:solidFill>
                <a:latin typeface="Consolas"/>
              </a:rPr>
              <a:t>  ── COMPARTMENTS ──────────────────────────────────────────────────</a:t>
            </a:r>
          </a:p>
          <a:p>
            <a:pPr algn="l">
              <a:lnSpc>
                <a:spcPct val="100000"/>
              </a:lnSpc>
              <a:spcAft>
                <a:spcPts val="0"/>
              </a:spcAft>
            </a:pPr>
            <a:r>
              <a:rPr sz="1300" b="0" i="0">
                <a:solidFill>
                  <a:srgbClr val="E6EDF3"/>
                </a:solidFill>
                <a:latin typeface="Consolas"/>
              </a:rPr>
              <a:t>     ✅ Bridge        100               ✅ Medical Bay   100</a:t>
            </a:r>
          </a:p>
          <a:p>
            <a:pPr algn="l">
              <a:lnSpc>
                <a:spcPct val="100000"/>
              </a:lnSpc>
              <a:spcAft>
                <a:spcPts val="0"/>
              </a:spcAft>
            </a:pPr>
            <a:r>
              <a:rPr sz="1300" b="0" i="0">
                <a:solidFill>
                  <a:srgbClr val="E6EDF3"/>
                </a:solidFill>
                <a:latin typeface="Consolas"/>
              </a:rPr>
              <a:t>     ✅ Cargo Hold    100               ✅ Reactor Room  100</a:t>
            </a:r>
          </a:p>
          <a:p>
            <a:pPr algn="l">
              <a:lnSpc>
                <a:spcPct val="100000"/>
              </a:lnSpc>
              <a:spcAft>
                <a:spcPts val="0"/>
              </a:spcAft>
            </a:pPr>
            <a:r>
              <a:rPr sz="1300" b="0" i="0">
                <a:solidFill>
                  <a:srgbClr val="E6EDF3"/>
                </a:solidFill>
                <a:latin typeface="Consolas"/>
              </a:rPr>
              <a:t>     ✅ Engineering   100               🔥 Section C      70 ▼30  VENTING</a:t>
            </a:r>
          </a:p>
          <a:p>
            <a:pPr algn="l">
              <a:lnSpc>
                <a:spcPct val="100000"/>
              </a:lnSpc>
              <a:spcAft>
                <a:spcPts val="0"/>
              </a:spcAft>
            </a:pPr>
            <a:r>
              <a:rPr sz="1300" b="0" i="0">
                <a:solidFill>
                  <a:srgbClr val="E6EDF3"/>
                </a:solidFill>
                <a:latin typeface="Consolas"/>
              </a:rPr>
              <a:t>  ── CREW  8/8 ─────────────────────────────────────────────────────</a:t>
            </a:r>
          </a:p>
          <a:p>
            <a:pPr algn="l">
              <a:lnSpc>
                <a:spcPct val="100000"/>
              </a:lnSpc>
              <a:spcAft>
                <a:spcPts val="0"/>
              </a:spcAft>
            </a:pPr>
            <a:r>
              <a:rPr sz="1300" b="0" i="0">
                <a:solidFill>
                  <a:srgbClr val="E6EDF3"/>
                </a:solidFill>
                <a:latin typeface="Consolas"/>
              </a:rPr>
              <a:t>     Bridge          Ada Mirren, Jun Park</a:t>
            </a:r>
          </a:p>
          <a:p>
            <a:pPr algn="l">
              <a:lnSpc>
                <a:spcPct val="100000"/>
              </a:lnSpc>
              <a:spcAft>
                <a:spcPts val="0"/>
              </a:spcAft>
            </a:pPr>
            <a:r>
              <a:rPr sz="1300" b="0" i="0">
                <a:solidFill>
                  <a:srgbClr val="E6EDF3"/>
                </a:solidFill>
                <a:latin typeface="Consolas"/>
              </a:rPr>
              <a:t>     Engineering     Rosa Vance, Ilya Sokolov</a:t>
            </a:r>
          </a:p>
          <a:p>
            <a:pPr algn="l">
              <a:lnSpc>
                <a:spcPct val="100000"/>
              </a:lnSpc>
              <a:spcAft>
                <a:spcPts val="0"/>
              </a:spcAft>
            </a:pPr>
            <a:r>
              <a:rPr sz="1300" b="0" i="0">
                <a:solidFill>
                  <a:srgbClr val="E6EDF3"/>
                </a:solidFill>
                <a:latin typeface="Consolas"/>
              </a:rPr>
              <a:t>     Medical Bay     Amara Osei</a:t>
            </a:r>
          </a:p>
          <a:p>
            <a:pPr algn="l">
              <a:lnSpc>
                <a:spcPct val="100000"/>
              </a:lnSpc>
              <a:spcAft>
                <a:spcPts val="0"/>
              </a:spcAft>
            </a:pPr>
            <a:r>
              <a:rPr sz="1300" b="0" i="0">
                <a:solidFill>
                  <a:srgbClr val="E6EDF3"/>
                </a:solidFill>
                <a:latin typeface="Consolas"/>
              </a:rPr>
              <a:t>     Section C       Kai Tanaka, Mira Halloran, Dev Bhatt   🔥 VENTING</a:t>
            </a:r>
          </a:p>
          <a:p>
            <a:pPr algn="l">
              <a:lnSpc>
                <a:spcPct val="100000"/>
              </a:lnSpc>
              <a:spcAft>
                <a:spcPts val="0"/>
              </a:spcAft>
            </a:pPr>
            <a:r>
              <a:rPr sz="1300" b="0" i="0">
                <a:solidFill>
                  <a:srgbClr val="E6EDF3"/>
                </a:solidFill>
                <a:latin typeface="Consolas"/>
              </a:rPr>
              <a:t>  ── CONTACTS ──────────────────────────────────────────────────────</a:t>
            </a:r>
          </a:p>
          <a:p>
            <a:pPr algn="l">
              <a:lnSpc>
                <a:spcPct val="100000"/>
              </a:lnSpc>
              <a:spcAft>
                <a:spcPts val="0"/>
              </a:spcAft>
            </a:pPr>
            <a:r>
              <a:rPr sz="1300" b="0" i="0">
                <a:solidFill>
                  <a:srgbClr val="E6EDF3"/>
                </a:solidFill>
                <a:latin typeface="Consolas"/>
              </a:rPr>
              <a:t>     📡 C-1  MV Anselm                 bearing 214   8.4 AU   analysed</a:t>
            </a:r>
          </a:p>
          <a:p>
            <a:pPr algn="l">
              <a:lnSpc>
                <a:spcPct val="100000"/>
              </a:lnSpc>
              <a:spcAft>
                <a:spcPts val="0"/>
              </a:spcAft>
            </a:pPr>
            <a:r>
              <a:rPr sz="1300" b="0" i="0">
                <a:solidFill>
                  <a:srgbClr val="E6EDF3"/>
                </a:solidFill>
                <a:latin typeface="Consolas"/>
              </a:rPr>
              <a:t>  ━━━━━━━━━━━━━━━━━━━━━━━━━━━━━━━━━━━━━━━━━━━━━━━━━━━━━━━━━━━━━━━━━━</a:t>
            </a:r>
          </a:p>
        </p:txBody>
      </p:sp>
      <p:sp>
        <p:nvSpPr>
          <p:cNvPr id="5" name="TextBox 4"/>
          <p:cNvSpPr txBox="1"/>
          <p:nvPr/>
        </p:nvSpPr>
        <p:spPr>
          <a:xfrm>
            <a:off x="777240" y="5806440"/>
            <a:ext cx="10637215" cy="731520"/>
          </a:xfrm>
          <a:prstGeom prst="rect">
            <a:avLst/>
          </a:prstGeom>
          <a:noFill/>
        </p:spPr>
        <p:txBody>
          <a:bodyPr wrap="square" lIns="0" tIns="0" rIns="0" bIns="0" anchor="t">
            <a:spAutoFit/>
          </a:bodyPr>
          <a:lstStyle/>
          <a:p>
            <a:pPr algn="l">
              <a:lnSpc>
                <a:spcPct val="125000"/>
              </a:lnSpc>
              <a:spcAft>
                <a:spcPts val="800"/>
              </a:spcAft>
            </a:pPr>
            <a:r>
              <a:rPr sz="1900" b="0" i="0">
                <a:solidFill>
                  <a:srgbClr val="E6EDF3"/>
                </a:solidFill>
                <a:latin typeface="Segoe UI"/>
              </a:rPr>
              <a:t>Hull. Reactor heat. A power budget five systems compete for. Six compartments. Eight crew, by name, in a room. </a:t>
            </a:r>
            <a:r>
              <a:rPr sz="1900" b="1" i="0">
                <a:solidFill>
                  <a:srgbClr val="F85149"/>
                </a:solidFill>
                <a:latin typeface="Segoe UI"/>
              </a:rPr>
              <a:t>Three of them are standing in the one that is losing its air.</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D1117"/>
        </a:solidFill>
        <a:effectLst/>
      </p:bgPr>
    </p:bg>
    <p:spTree>
      <p:nvGrpSpPr>
        <p:cNvPr id="1" name=""/>
        <p:cNvGrpSpPr/>
        <p:nvPr/>
      </p:nvGrpSpPr>
      <p:grpSpPr>
        <a:xfrm>
          <a:off x="0" y="0"/>
          <a:ext cx="0" cy="0"/>
          <a:chOff x="0" y="0"/>
          <a:chExt cx="0" cy="0"/>
        </a:xfrm>
      </p:grpSpPr>
      <p:sp>
        <p:nvSpPr>
          <p:cNvPr id="2" name="TextBox 1"/>
          <p:cNvSpPr txBox="1"/>
          <p:nvPr/>
        </p:nvSpPr>
        <p:spPr>
          <a:xfrm>
            <a:off x="777240" y="502920"/>
            <a:ext cx="10637215" cy="274320"/>
          </a:xfrm>
          <a:prstGeom prst="rect">
            <a:avLst/>
          </a:prstGeom>
          <a:noFill/>
        </p:spPr>
        <p:txBody>
          <a:bodyPr wrap="square" lIns="0" tIns="0" rIns="0" bIns="0" anchor="t">
            <a:spAutoFit/>
          </a:bodyPr>
          <a:lstStyle/>
          <a:p>
            <a:pPr algn="l">
              <a:lnSpc>
                <a:spcPct val="115000"/>
              </a:lnSpc>
              <a:spcAft>
                <a:spcPts val="800"/>
              </a:spcAft>
            </a:pPr>
            <a:r>
              <a:rPr sz="1300" b="1" i="0">
                <a:solidFill>
                  <a:srgbClr val="F0B429"/>
                </a:solidFill>
                <a:latin typeface="Segoe UI"/>
              </a:rPr>
              <a:t>WHY A STARSHIP</a:t>
            </a:r>
          </a:p>
        </p:txBody>
      </p:sp>
      <p:sp>
        <p:nvSpPr>
          <p:cNvPr id="3" name="TextBox 2"/>
          <p:cNvSpPr txBox="1"/>
          <p:nvPr/>
        </p:nvSpPr>
        <p:spPr>
          <a:xfrm>
            <a:off x="777240" y="914400"/>
            <a:ext cx="10637215" cy="1005840"/>
          </a:xfrm>
          <a:prstGeom prst="rect">
            <a:avLst/>
          </a:prstGeom>
          <a:noFill/>
        </p:spPr>
        <p:txBody>
          <a:bodyPr wrap="square" lIns="0" tIns="0" rIns="0" bIns="0" anchor="t">
            <a:spAutoFit/>
          </a:bodyPr>
          <a:lstStyle/>
          <a:p>
            <a:pPr algn="l">
              <a:lnSpc>
                <a:spcPct val="115000"/>
              </a:lnSpc>
              <a:spcAft>
                <a:spcPts val="800"/>
              </a:spcAft>
            </a:pPr>
            <a:r>
              <a:rPr sz="4000" b="1" i="0">
                <a:solidFill>
                  <a:srgbClr val="E6EDF3"/>
                </a:solidFill>
                <a:latin typeface="Segoe UI"/>
              </a:rPr>
              <a:t>A to-do app cannot fail interestingly</a:t>
            </a:r>
          </a:p>
        </p:txBody>
      </p:sp>
      <p:sp>
        <p:nvSpPr>
          <p:cNvPr id="4" name="TextBox 3"/>
          <p:cNvSpPr txBox="1"/>
          <p:nvPr/>
        </p:nvSpPr>
        <p:spPr>
          <a:xfrm>
            <a:off x="777240" y="2194560"/>
            <a:ext cx="10637215" cy="4114800"/>
          </a:xfrm>
          <a:prstGeom prst="rect">
            <a:avLst/>
          </a:prstGeom>
          <a:noFill/>
        </p:spPr>
        <p:txBody>
          <a:bodyPr wrap="square" lIns="0" tIns="0" rIns="0" bIns="0" anchor="t">
            <a:spAutoFit/>
          </a:bodyPr>
          <a:lstStyle/>
          <a:p>
            <a:pPr marL="310896" indent="-310896" algn="l">
              <a:lnSpc>
                <a:spcPct val="110000"/>
              </a:lnSpc>
              <a:spcAft>
                <a:spcPts val="1500"/>
              </a:spcAft>
            </a:pPr>
            <a:r>
              <a:rPr sz="2300" b="1" i="0">
                <a:solidFill>
                  <a:srgbClr val="F0B429"/>
                </a:solidFill>
                <a:latin typeface="Segoe UI"/>
              </a:rPr>
              <a:t>▸  </a:t>
            </a:r>
            <a:r>
              <a:rPr sz="2300" b="1" i="0">
                <a:solidFill>
                  <a:srgbClr val="E6EDF3"/>
                </a:solidFill>
                <a:latin typeface="Segoe UI"/>
              </a:rPr>
              <a:t>State moves underneath the agent</a:t>
            </a:r>
            <a:r>
              <a:rPr sz="2300" b="0" i="0">
                <a:solidFill>
                  <a:srgbClr val="8B949E"/>
                </a:solidFill>
                <a:latin typeface="Segoe UI"/>
              </a:rPr>
              <a:t>  — between turns, without it being told</a:t>
            </a:r>
          </a:p>
          <a:p>
            <a:pPr marL="310896" indent="-310896" algn="l">
              <a:lnSpc>
                <a:spcPct val="110000"/>
              </a:lnSpc>
              <a:spcAft>
                <a:spcPts val="1500"/>
              </a:spcAft>
            </a:pPr>
            <a:r>
              <a:rPr sz="2300" b="1" i="0">
                <a:solidFill>
                  <a:srgbClr val="F0B429"/>
                </a:solidFill>
                <a:latin typeface="Segoe UI"/>
              </a:rPr>
              <a:t>▸  </a:t>
            </a:r>
            <a:r>
              <a:rPr sz="2300" b="1" i="0">
                <a:solidFill>
                  <a:srgbClr val="E6EDF3"/>
                </a:solidFill>
                <a:latin typeface="Segoe UI"/>
              </a:rPr>
              <a:t>Refusals are informative</a:t>
            </a:r>
            <a:r>
              <a:rPr sz="2300" b="0" i="0">
                <a:solidFill>
                  <a:srgbClr val="8B949E"/>
                </a:solidFill>
                <a:latin typeface="Segoe UI"/>
              </a:rPr>
              <a:t>  — “insufficient reactor output”, not an exception</a:t>
            </a:r>
          </a:p>
          <a:p>
            <a:pPr marL="310896" indent="-310896" algn="l">
              <a:lnSpc>
                <a:spcPct val="110000"/>
              </a:lnSpc>
              <a:spcAft>
                <a:spcPts val="1500"/>
              </a:spcAft>
            </a:pPr>
            <a:r>
              <a:rPr sz="2300" b="1" i="0">
                <a:solidFill>
                  <a:srgbClr val="F0B429"/>
                </a:solidFill>
                <a:latin typeface="Segoe UI"/>
              </a:rPr>
              <a:t>▸  </a:t>
            </a:r>
            <a:r>
              <a:rPr sz="2300" b="1" i="0">
                <a:solidFill>
                  <a:srgbClr val="E6EDF3"/>
                </a:solidFill>
                <a:latin typeface="Segoe UI"/>
              </a:rPr>
              <a:t>Consequences are asymmetric</a:t>
            </a:r>
            <a:r>
              <a:rPr sz="2300" b="0" i="0">
                <a:solidFill>
                  <a:srgbClr val="8B949E"/>
                </a:solidFill>
                <a:latin typeface="Segoe UI"/>
              </a:rPr>
              <a:t>  — some reversible, one of them kills people</a:t>
            </a:r>
          </a:p>
          <a:p>
            <a:pPr marL="310896" indent="-310896" algn="l">
              <a:lnSpc>
                <a:spcPct val="110000"/>
              </a:lnSpc>
              <a:spcAft>
                <a:spcPts val="1500"/>
              </a:spcAft>
            </a:pPr>
            <a:r>
              <a:rPr sz="2300" b="1" i="0">
                <a:solidFill>
                  <a:srgbClr val="F0B429"/>
                </a:solidFill>
                <a:latin typeface="Segoe UI"/>
              </a:rPr>
              <a:t>▸  </a:t>
            </a:r>
            <a:r>
              <a:rPr sz="2300" b="1" i="0">
                <a:solidFill>
                  <a:srgbClr val="E6EDF3"/>
                </a:solidFill>
                <a:latin typeface="Segoe UI"/>
              </a:rPr>
              <a:t>It is deterministic</a:t>
            </a:r>
            <a:r>
              <a:rPr sz="2300" b="0" i="0">
                <a:solidFill>
                  <a:srgbClr val="8B949E"/>
                </a:solidFill>
                <a:latin typeface="Segoe UI"/>
              </a:rPr>
              <a:t>  — same scenario, same seed, same voyage, every time</a:t>
            </a:r>
          </a:p>
        </p:txBody>
      </p:sp>
      <p:sp>
        <p:nvSpPr>
          <p:cNvPr id="5" name="TextBox 4"/>
          <p:cNvSpPr txBox="1"/>
          <p:nvPr/>
        </p:nvSpPr>
        <p:spPr>
          <a:xfrm>
            <a:off x="777240" y="5760720"/>
            <a:ext cx="10637215" cy="457200"/>
          </a:xfrm>
          <a:prstGeom prst="rect">
            <a:avLst/>
          </a:prstGeom>
          <a:noFill/>
        </p:spPr>
        <p:txBody>
          <a:bodyPr wrap="square" lIns="0" tIns="0" rIns="0" bIns="0" anchor="t">
            <a:spAutoFit/>
          </a:bodyPr>
          <a:lstStyle/>
          <a:p>
            <a:pPr algn="l">
              <a:lnSpc>
                <a:spcPct val="115000"/>
              </a:lnSpc>
              <a:spcAft>
                <a:spcPts val="800"/>
              </a:spcAft>
            </a:pPr>
            <a:r>
              <a:rPr sz="1800" b="0" i="0">
                <a:solidFill>
                  <a:srgbClr val="8B949E"/>
                </a:solidFill>
                <a:latin typeface="Segoe UI"/>
              </a:rPr>
              <a:t>Also: nobody has ever been bored by a hull breach.</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D1117"/>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0B4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77240" y="2103120"/>
            <a:ext cx="10637215" cy="2011680"/>
          </a:xfrm>
          <a:prstGeom prst="rect">
            <a:avLst/>
          </a:prstGeom>
          <a:noFill/>
        </p:spPr>
        <p:txBody>
          <a:bodyPr wrap="square" lIns="0" tIns="0" rIns="0" bIns="0" anchor="t">
            <a:spAutoFit/>
          </a:bodyPr>
          <a:lstStyle/>
          <a:p>
            <a:pPr algn="l">
              <a:lnSpc>
                <a:spcPct val="100000"/>
              </a:lnSpc>
              <a:spcAft>
                <a:spcPts val="800"/>
              </a:spcAft>
            </a:pPr>
            <a:r>
              <a:rPr sz="9600" b="1" i="0">
                <a:solidFill>
                  <a:srgbClr val="0D1117"/>
                </a:solidFill>
                <a:latin typeface="Segoe UI"/>
              </a:rPr>
              <a:t>DEMO</a:t>
            </a:r>
          </a:p>
          <a:p>
            <a:pPr algn="l">
              <a:lnSpc>
                <a:spcPct val="100000"/>
              </a:lnSpc>
              <a:spcAft>
                <a:spcPts val="800"/>
              </a:spcAft>
            </a:pPr>
            <a:r>
              <a:rPr sz="3800" b="0" i="0">
                <a:solidFill>
                  <a:srgbClr val="0D1117"/>
                </a:solidFill>
                <a:latin typeface="Segoe UI"/>
              </a:rPr>
              <a:t>Boot the ship</a:t>
            </a:r>
          </a:p>
        </p:txBody>
      </p:sp>
      <p:sp>
        <p:nvSpPr>
          <p:cNvPr id="4" name="TextBox 3"/>
          <p:cNvSpPr txBox="1"/>
          <p:nvPr/>
        </p:nvSpPr>
        <p:spPr>
          <a:xfrm>
            <a:off x="777240" y="4754880"/>
            <a:ext cx="10637215" cy="1097280"/>
          </a:xfrm>
          <a:prstGeom prst="rect">
            <a:avLst/>
          </a:prstGeom>
          <a:noFill/>
        </p:spPr>
        <p:txBody>
          <a:bodyPr wrap="square" lIns="0" tIns="0" rIns="0" bIns="0" anchor="t">
            <a:spAutoFit/>
          </a:bodyPr>
          <a:lstStyle/>
          <a:p>
            <a:pPr algn="l">
              <a:lnSpc>
                <a:spcPct val="130000"/>
              </a:lnSpc>
              <a:spcAft>
                <a:spcPts val="600"/>
              </a:spcAft>
            </a:pPr>
            <a:r>
              <a:rPr sz="2100" b="0" i="0">
                <a:solidFill>
                  <a:srgbClr val="5A420A"/>
                </a:solidFill>
                <a:latin typeface="Consolas"/>
              </a:rPr>
              <a:t>sweep the sector and tell me what's out there</a:t>
            </a:r>
          </a:p>
          <a:p>
            <a:pPr algn="l">
              <a:lnSpc>
                <a:spcPct val="130000"/>
              </a:lnSpc>
              <a:spcAft>
                <a:spcPts val="600"/>
              </a:spcAft>
            </a:pPr>
            <a:r>
              <a:rPr sz="2100" b="0" i="0">
                <a:solidFill>
                  <a:srgbClr val="5A420A"/>
                </a:solidFill>
                <a:latin typeface="Consolas"/>
              </a:rPr>
              <a:t>analyse C-1</a:t>
            </a:r>
          </a:p>
          <a:p>
            <a:pPr algn="l">
              <a:lnSpc>
                <a:spcPct val="130000"/>
              </a:lnSpc>
              <a:spcAft>
                <a:spcPts val="600"/>
              </a:spcAft>
            </a:pPr>
            <a:r>
              <a:rPr sz="2100" b="0" i="0">
                <a:solidFill>
                  <a:srgbClr val="5A420A"/>
                </a:solidFill>
                <a:latin typeface="Consolas"/>
              </a:rPr>
              <a:t>who's aboard, and where is everyone stationed?</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D1117"/>
        </a:solidFill>
        <a:effectLst/>
      </p:bgPr>
    </p:bg>
    <p:spTree>
      <p:nvGrpSpPr>
        <p:cNvPr id="1" name=""/>
        <p:cNvGrpSpPr/>
        <p:nvPr/>
      </p:nvGrpSpPr>
      <p:grpSpPr>
        <a:xfrm>
          <a:off x="0" y="0"/>
          <a:ext cx="0" cy="0"/>
          <a:chOff x="0" y="0"/>
          <a:chExt cx="0" cy="0"/>
        </a:xfrm>
      </p:grpSpPr>
      <p:sp>
        <p:nvSpPr>
          <p:cNvPr id="2" name="TextBox 1"/>
          <p:cNvSpPr txBox="1"/>
          <p:nvPr/>
        </p:nvSpPr>
        <p:spPr>
          <a:xfrm>
            <a:off x="777240" y="502920"/>
            <a:ext cx="10637215" cy="274320"/>
          </a:xfrm>
          <a:prstGeom prst="rect">
            <a:avLst/>
          </a:prstGeom>
          <a:noFill/>
        </p:spPr>
        <p:txBody>
          <a:bodyPr wrap="square" lIns="0" tIns="0" rIns="0" bIns="0" anchor="t">
            <a:spAutoFit/>
          </a:bodyPr>
          <a:lstStyle/>
          <a:p>
            <a:pPr algn="l">
              <a:lnSpc>
                <a:spcPct val="115000"/>
              </a:lnSpc>
              <a:spcAft>
                <a:spcPts val="800"/>
              </a:spcAft>
            </a:pPr>
            <a:r>
              <a:rPr sz="1300" b="1" i="0">
                <a:solidFill>
                  <a:srgbClr val="3FB950"/>
                </a:solidFill>
                <a:latin typeface="Segoe UI"/>
              </a:rPr>
              <a:t>FALLBACK  ·  T000  ·  DERELICT-FREIGHTER, SEED 1701</a:t>
            </a:r>
          </a:p>
        </p:txBody>
      </p:sp>
      <p:sp>
        <p:nvSpPr>
          <p:cNvPr id="3" name="Rectangle 2"/>
          <p:cNvSpPr/>
          <p:nvPr/>
        </p:nvSpPr>
        <p:spPr>
          <a:xfrm>
            <a:off x="777240" y="1051560"/>
            <a:ext cx="10637215" cy="4016502"/>
          </a:xfrm>
          <a:prstGeom prst="rect">
            <a:avLst/>
          </a:prstGeom>
          <a:solidFill>
            <a:srgbClr val="161B22"/>
          </a:solidFill>
          <a:ln w="12700">
            <a:solidFill>
              <a:srgbClr val="3036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033272" y="1252728"/>
            <a:ext cx="10125151" cy="3614166"/>
          </a:xfrm>
          <a:prstGeom prst="rect">
            <a:avLst/>
          </a:prstGeom>
          <a:noFill/>
        </p:spPr>
        <p:txBody>
          <a:bodyPr wrap="square" lIns="0" tIns="0" rIns="0" bIns="0" anchor="t">
            <a:spAutoFit/>
          </a:bodyPr>
          <a:lstStyle/>
          <a:p>
            <a:pPr algn="l">
              <a:lnSpc>
                <a:spcPct val="100000"/>
              </a:lnSpc>
              <a:spcAft>
                <a:spcPts val="0"/>
              </a:spcAft>
            </a:pPr>
            <a:r>
              <a:rPr sz="1300" b="0" i="0">
                <a:solidFill>
                  <a:srgbClr val="E6EDF3"/>
                </a:solidFill>
                <a:latin typeface="Consolas"/>
              </a:rPr>
              <a:t>  ━━ T000 ━━ 🟢  GREEN  ━━━━━━━━━━━━━━━━━━━━━━━━━━━━━━━━━━━━━━━━━━━━</a:t>
            </a:r>
          </a:p>
          <a:p>
            <a:pPr algn="l">
              <a:lnSpc>
                <a:spcPct val="100000"/>
              </a:lnSpc>
              <a:spcAft>
                <a:spcPts val="0"/>
              </a:spcAft>
            </a:pPr>
            <a:r>
              <a:rPr sz="1300" b="0" i="0">
                <a:solidFill>
                  <a:srgbClr val="E6EDF3"/>
                </a:solidFill>
                <a:latin typeface="Consolas"/>
              </a:rPr>
              <a:t>     HULL     ██████████ 100      REACTOR  ██░░░░░░░░  18°</a:t>
            </a:r>
          </a:p>
          <a:p>
            <a:pPr algn="l">
              <a:lnSpc>
                <a:spcPct val="100000"/>
              </a:lnSpc>
              <a:spcAft>
                <a:spcPts val="0"/>
              </a:spcAft>
            </a:pPr>
            <a:r>
              <a:rPr sz="1300" b="0" i="0">
                <a:solidFill>
                  <a:srgbClr val="E6EDF3"/>
                </a:solidFill>
                <a:latin typeface="Consolas"/>
              </a:rPr>
              <a:t>     POWER     88%   ·   Engines 25 · Shields 10 · Weapons 0 · Life 33</a:t>
            </a:r>
          </a:p>
          <a:p>
            <a:pPr algn="l">
              <a:lnSpc>
                <a:spcPct val="100000"/>
              </a:lnSpc>
              <a:spcAft>
                <a:spcPts val="0"/>
              </a:spcAft>
            </a:pPr>
            <a:r>
              <a:rPr sz="1300" b="0" i="0">
                <a:solidFill>
                  <a:srgbClr val="E6EDF3"/>
                </a:solidFill>
                <a:latin typeface="Consolas"/>
              </a:rPr>
              <a:t>  ── COMPARTMENTS ──────────────────────────────────────────────────</a:t>
            </a:r>
          </a:p>
          <a:p>
            <a:pPr algn="l">
              <a:lnSpc>
                <a:spcPct val="100000"/>
              </a:lnSpc>
              <a:spcAft>
                <a:spcPts val="0"/>
              </a:spcAft>
            </a:pPr>
            <a:r>
              <a:rPr sz="1300" b="0" i="0">
                <a:solidFill>
                  <a:srgbClr val="E6EDF3"/>
                </a:solidFill>
                <a:latin typeface="Consolas"/>
              </a:rPr>
              <a:t>     ✅ Bridge        100               ✅ Medical Bay   100</a:t>
            </a:r>
          </a:p>
          <a:p>
            <a:pPr algn="l">
              <a:lnSpc>
                <a:spcPct val="100000"/>
              </a:lnSpc>
              <a:spcAft>
                <a:spcPts val="0"/>
              </a:spcAft>
            </a:pPr>
            <a:r>
              <a:rPr sz="1300" b="0" i="0">
                <a:solidFill>
                  <a:srgbClr val="E6EDF3"/>
                </a:solidFill>
                <a:latin typeface="Consolas"/>
              </a:rPr>
              <a:t>     ✅ Cargo Hold    100               ✅ Reactor Room  100</a:t>
            </a:r>
          </a:p>
          <a:p>
            <a:pPr algn="l">
              <a:lnSpc>
                <a:spcPct val="100000"/>
              </a:lnSpc>
              <a:spcAft>
                <a:spcPts val="0"/>
              </a:spcAft>
            </a:pPr>
            <a:r>
              <a:rPr sz="1300" b="0" i="0">
                <a:solidFill>
                  <a:srgbClr val="E6EDF3"/>
                </a:solidFill>
                <a:latin typeface="Consolas"/>
              </a:rPr>
              <a:t>     ✅ Engineering   100               ✅ Section C     100</a:t>
            </a:r>
          </a:p>
          <a:p>
            <a:pPr algn="l">
              <a:lnSpc>
                <a:spcPct val="100000"/>
              </a:lnSpc>
              <a:spcAft>
                <a:spcPts val="0"/>
              </a:spcAft>
            </a:pPr>
            <a:r>
              <a:rPr sz="1300" b="0" i="0">
                <a:solidFill>
                  <a:srgbClr val="E6EDF3"/>
                </a:solidFill>
                <a:latin typeface="Consolas"/>
              </a:rPr>
              <a:t>  ── CREW  8/8 ─────────────────────────────────────────────────────</a:t>
            </a:r>
          </a:p>
          <a:p>
            <a:pPr algn="l">
              <a:lnSpc>
                <a:spcPct val="100000"/>
              </a:lnSpc>
              <a:spcAft>
                <a:spcPts val="0"/>
              </a:spcAft>
            </a:pPr>
            <a:r>
              <a:rPr sz="1300" b="0" i="0">
                <a:solidFill>
                  <a:srgbClr val="E6EDF3"/>
                </a:solidFill>
                <a:latin typeface="Consolas"/>
              </a:rPr>
              <a:t>     Bridge          Ada Mirren, Jun Park</a:t>
            </a:r>
          </a:p>
          <a:p>
            <a:pPr algn="l">
              <a:lnSpc>
                <a:spcPct val="100000"/>
              </a:lnSpc>
              <a:spcAft>
                <a:spcPts val="0"/>
              </a:spcAft>
            </a:pPr>
            <a:r>
              <a:rPr sz="1300" b="0" i="0">
                <a:solidFill>
                  <a:srgbClr val="E6EDF3"/>
                </a:solidFill>
                <a:latin typeface="Consolas"/>
              </a:rPr>
              <a:t>     Engineering     Rosa Vance, Ilya Sokolov</a:t>
            </a:r>
          </a:p>
          <a:p>
            <a:pPr algn="l">
              <a:lnSpc>
                <a:spcPct val="100000"/>
              </a:lnSpc>
              <a:spcAft>
                <a:spcPts val="0"/>
              </a:spcAft>
            </a:pPr>
            <a:r>
              <a:rPr sz="1300" b="0" i="0">
                <a:solidFill>
                  <a:srgbClr val="E6EDF3"/>
                </a:solidFill>
                <a:latin typeface="Consolas"/>
              </a:rPr>
              <a:t>     Medical Bay     Amara Osei</a:t>
            </a:r>
          </a:p>
          <a:p>
            <a:pPr algn="l">
              <a:lnSpc>
                <a:spcPct val="100000"/>
              </a:lnSpc>
              <a:spcAft>
                <a:spcPts val="0"/>
              </a:spcAft>
            </a:pPr>
            <a:r>
              <a:rPr sz="1300" b="0" i="0">
                <a:solidFill>
                  <a:srgbClr val="E6EDF3"/>
                </a:solidFill>
                <a:latin typeface="Consolas"/>
              </a:rPr>
              <a:t>     Section C       Kai Tanaka, Mira Halloran, Dev Bhatt</a:t>
            </a:r>
          </a:p>
          <a:p>
            <a:pPr algn="l">
              <a:lnSpc>
                <a:spcPct val="100000"/>
              </a:lnSpc>
              <a:spcAft>
                <a:spcPts val="0"/>
              </a:spcAft>
            </a:pPr>
            <a:r>
              <a:rPr sz="1300" b="0" i="0">
                <a:solidFill>
                  <a:srgbClr val="E6EDF3"/>
                </a:solidFill>
                <a:latin typeface="Consolas"/>
              </a:rPr>
              <a:t>  ── CONTACTS ──────────────────────────────────────────────────────</a:t>
            </a:r>
          </a:p>
          <a:p>
            <a:pPr algn="l">
              <a:lnSpc>
                <a:spcPct val="100000"/>
              </a:lnSpc>
              <a:spcAft>
                <a:spcPts val="0"/>
              </a:spcAft>
            </a:pPr>
            <a:r>
              <a:rPr sz="1300" b="0" i="0">
                <a:solidFill>
                  <a:srgbClr val="E6EDF3"/>
                </a:solidFill>
                <a:latin typeface="Consolas"/>
              </a:rPr>
              <a:t>        nothing on the plot</a:t>
            </a:r>
          </a:p>
          <a:p>
            <a:pPr algn="l">
              <a:lnSpc>
                <a:spcPct val="100000"/>
              </a:lnSpc>
              <a:spcAft>
                <a:spcPts val="0"/>
              </a:spcAft>
            </a:pPr>
            <a:r>
              <a:rPr sz="1300" b="0" i="0">
                <a:solidFill>
                  <a:srgbClr val="E6EDF3"/>
                </a:solidFill>
                <a:latin typeface="Consolas"/>
              </a:rPr>
              <a:t>  ━━━━━━━━━━━━━━━━━━━━━━━━━━━━━━━━━━━━━━━━━━━━━━━━━━━━━━━━━━━━━━━━━━</a:t>
            </a:r>
          </a:p>
          <a:p>
            <a:pPr algn="l">
              <a:lnSpc>
                <a:spcPct val="100000"/>
              </a:lnSpc>
              <a:spcAft>
                <a:spcPts val="0"/>
              </a:spcAft>
            </a:pPr>
            <a:endParaRPr sz="1300" b="0" i="0">
              <a:solidFill>
                <a:srgbClr val="E6EDF3"/>
              </a:solidFill>
              <a:latin typeface="Consolas"/>
            </a:endParaRPr>
          </a:p>
          <a:p>
            <a:pPr algn="l">
              <a:lnSpc>
                <a:spcPct val="100000"/>
              </a:lnSpc>
              <a:spcAft>
                <a:spcPts val="0"/>
              </a:spcAft>
            </a:pPr>
            <a:r>
              <a:rPr sz="1300" b="0" i="0">
                <a:solidFill>
                  <a:srgbClr val="E6EDF3"/>
                </a:solidFill>
                <a:latin typeface="Consolas"/>
              </a:rPr>
              <a:t>  try: sweep the sector · who's aboard · read the log · /help</a:t>
            </a:r>
          </a:p>
          <a:p>
            <a:pPr algn="l">
              <a:lnSpc>
                <a:spcPct val="100000"/>
              </a:lnSpc>
              <a:spcAft>
                <a:spcPts val="0"/>
              </a:spcAft>
            </a:pPr>
            <a:r>
              <a:rPr sz="1300" b="0" i="0">
                <a:solidFill>
                  <a:srgbClr val="E6EDF3"/>
                </a:solidFill>
                <a:latin typeface="Consolas"/>
              </a:rPr>
              <a:t>  CAPTAIN ›</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D1117"/>
        </a:solidFill>
        <a:effectLst/>
      </p:bgPr>
    </p:bg>
    <p:spTree>
      <p:nvGrpSpPr>
        <p:cNvPr id="1" name=""/>
        <p:cNvGrpSpPr/>
        <p:nvPr/>
      </p:nvGrpSpPr>
      <p:grpSpPr>
        <a:xfrm>
          <a:off x="0" y="0"/>
          <a:ext cx="0" cy="0"/>
          <a:chOff x="0" y="0"/>
          <a:chExt cx="0" cy="0"/>
        </a:xfrm>
      </p:grpSpPr>
      <p:sp>
        <p:nvSpPr>
          <p:cNvPr id="2" name="Rectangle 1"/>
          <p:cNvSpPr/>
          <p:nvPr/>
        </p:nvSpPr>
        <p:spPr>
          <a:xfrm>
            <a:off x="0" y="0"/>
            <a:ext cx="146304" cy="6858000"/>
          </a:xfrm>
          <a:prstGeom prst="rect">
            <a:avLst/>
          </a:prstGeom>
          <a:solidFill>
            <a:srgbClr val="F0B4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77240" y="2560320"/>
            <a:ext cx="10637215" cy="1448473"/>
          </a:xfrm>
          <a:prstGeom prst="rect">
            <a:avLst/>
          </a:prstGeom>
          <a:noFill/>
        </p:spPr>
        <p:txBody>
          <a:bodyPr wrap="square" lIns="0" tIns="0" rIns="0" bIns="0" anchor="t">
            <a:spAutoFit/>
          </a:bodyPr>
          <a:lstStyle/>
          <a:p>
            <a:pPr algn="l">
              <a:lnSpc>
                <a:spcPct val="110000"/>
              </a:lnSpc>
              <a:spcAft>
                <a:spcPts val="1600"/>
              </a:spcAft>
            </a:pPr>
            <a:r>
              <a:rPr sz="2000" b="1" i="0" dirty="0">
                <a:solidFill>
                  <a:srgbClr val="F0B429"/>
                </a:solidFill>
                <a:latin typeface="Consolas"/>
              </a:rPr>
              <a:t>02</a:t>
            </a:r>
          </a:p>
          <a:p>
            <a:pPr algn="l">
              <a:lnSpc>
                <a:spcPct val="110000"/>
              </a:lnSpc>
              <a:spcAft>
                <a:spcPts val="1600"/>
              </a:spcAft>
            </a:pPr>
            <a:r>
              <a:rPr sz="5800" b="1" i="0" dirty="0">
                <a:solidFill>
                  <a:srgbClr val="E6EDF3"/>
                </a:solidFill>
                <a:latin typeface="Segoe UI"/>
              </a:rPr>
              <a:t>How it</a:t>
            </a:r>
            <a:r>
              <a:rPr lang="en-AU" sz="5800" b="1" i="0" dirty="0">
                <a:solidFill>
                  <a:srgbClr val="E6EDF3"/>
                </a:solidFill>
                <a:latin typeface="Segoe UI"/>
              </a:rPr>
              <a:t>'</a:t>
            </a:r>
            <a:r>
              <a:rPr sz="5800" b="1" i="0" dirty="0">
                <a:solidFill>
                  <a:srgbClr val="E6EDF3"/>
                </a:solidFill>
                <a:latin typeface="Segoe UI"/>
              </a:rPr>
              <a:t>s built</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D1117"/>
        </a:solidFill>
        <a:effectLst/>
      </p:bgPr>
    </p:bg>
    <p:spTree>
      <p:nvGrpSpPr>
        <p:cNvPr id="1" name=""/>
        <p:cNvGrpSpPr/>
        <p:nvPr/>
      </p:nvGrpSpPr>
      <p:grpSpPr>
        <a:xfrm>
          <a:off x="0" y="0"/>
          <a:ext cx="0" cy="0"/>
          <a:chOff x="0" y="0"/>
          <a:chExt cx="0" cy="0"/>
        </a:xfrm>
      </p:grpSpPr>
      <p:sp>
        <p:nvSpPr>
          <p:cNvPr id="2" name="TextBox 1"/>
          <p:cNvSpPr txBox="1"/>
          <p:nvPr/>
        </p:nvSpPr>
        <p:spPr>
          <a:xfrm>
            <a:off x="777240" y="502920"/>
            <a:ext cx="10637215" cy="274320"/>
          </a:xfrm>
          <a:prstGeom prst="rect">
            <a:avLst/>
          </a:prstGeom>
          <a:noFill/>
        </p:spPr>
        <p:txBody>
          <a:bodyPr wrap="square" lIns="0" tIns="0" rIns="0" bIns="0" anchor="t">
            <a:spAutoFit/>
          </a:bodyPr>
          <a:lstStyle/>
          <a:p>
            <a:pPr algn="l">
              <a:lnSpc>
                <a:spcPct val="115000"/>
              </a:lnSpc>
              <a:spcAft>
                <a:spcPts val="800"/>
              </a:spcAft>
            </a:pPr>
            <a:r>
              <a:rPr sz="1300" b="1" i="0">
                <a:solidFill>
                  <a:srgbClr val="F0B429"/>
                </a:solidFill>
                <a:latin typeface="Segoe UI"/>
              </a:rPr>
              <a:t>LEVEL-SET</a:t>
            </a:r>
          </a:p>
        </p:txBody>
      </p:sp>
      <p:sp>
        <p:nvSpPr>
          <p:cNvPr id="3" name="TextBox 2"/>
          <p:cNvSpPr txBox="1"/>
          <p:nvPr/>
        </p:nvSpPr>
        <p:spPr>
          <a:xfrm>
            <a:off x="777240" y="914400"/>
            <a:ext cx="10637215" cy="1005840"/>
          </a:xfrm>
          <a:prstGeom prst="rect">
            <a:avLst/>
          </a:prstGeom>
          <a:noFill/>
        </p:spPr>
        <p:txBody>
          <a:bodyPr wrap="square" lIns="0" tIns="0" rIns="0" bIns="0" anchor="t">
            <a:spAutoFit/>
          </a:bodyPr>
          <a:lstStyle/>
          <a:p>
            <a:pPr algn="l">
              <a:lnSpc>
                <a:spcPct val="115000"/>
              </a:lnSpc>
              <a:spcAft>
                <a:spcPts val="800"/>
              </a:spcAft>
            </a:pPr>
            <a:r>
              <a:rPr sz="4000" b="1" i="0">
                <a:solidFill>
                  <a:srgbClr val="E6EDF3"/>
                </a:solidFill>
                <a:latin typeface="Segoe UI"/>
              </a:rPr>
              <a:t>A harness is not a chat client</a:t>
            </a:r>
          </a:p>
        </p:txBody>
      </p:sp>
      <p:sp>
        <p:nvSpPr>
          <p:cNvPr id="4" name="TextBox 3"/>
          <p:cNvSpPr txBox="1"/>
          <p:nvPr/>
        </p:nvSpPr>
        <p:spPr>
          <a:xfrm>
            <a:off x="777240" y="2194560"/>
            <a:ext cx="10637215" cy="2782300"/>
          </a:xfrm>
          <a:prstGeom prst="rect">
            <a:avLst/>
          </a:prstGeom>
          <a:noFill/>
        </p:spPr>
        <p:txBody>
          <a:bodyPr wrap="square" lIns="0" tIns="0" rIns="0" bIns="0" anchor="t">
            <a:spAutoFit/>
          </a:bodyPr>
          <a:lstStyle/>
          <a:p>
            <a:pPr marL="310896" indent="-310896" algn="l">
              <a:lnSpc>
                <a:spcPct val="110000"/>
              </a:lnSpc>
              <a:spcAft>
                <a:spcPts val="1500"/>
              </a:spcAft>
            </a:pPr>
            <a:r>
              <a:rPr sz="2200" b="1" i="0" dirty="0">
                <a:solidFill>
                  <a:srgbClr val="F0B429"/>
                </a:solidFill>
                <a:latin typeface="Segoe UI"/>
              </a:rPr>
              <a:t>▸  </a:t>
            </a:r>
            <a:r>
              <a:rPr sz="2200" b="1" i="0" dirty="0">
                <a:solidFill>
                  <a:srgbClr val="E6EDF3"/>
                </a:solidFill>
                <a:latin typeface="Segoe UI"/>
              </a:rPr>
              <a:t>A chat client</a:t>
            </a:r>
            <a:r>
              <a:rPr sz="2200" b="0" i="0" dirty="0">
                <a:solidFill>
                  <a:srgbClr val="8B949E"/>
                </a:solidFill>
                <a:latin typeface="Segoe UI"/>
              </a:rPr>
              <a:t>  sends messages and hands you back text. You write the loop.</a:t>
            </a:r>
          </a:p>
          <a:p>
            <a:pPr marL="310896" indent="-310896" algn="l">
              <a:lnSpc>
                <a:spcPct val="110000"/>
              </a:lnSpc>
              <a:spcAft>
                <a:spcPts val="1500"/>
              </a:spcAft>
            </a:pPr>
            <a:r>
              <a:rPr sz="2200" b="1" i="0" dirty="0">
                <a:solidFill>
                  <a:srgbClr val="F0B429"/>
                </a:solidFill>
                <a:latin typeface="Segoe UI"/>
              </a:rPr>
              <a:t>▸  </a:t>
            </a:r>
            <a:r>
              <a:rPr sz="2200" b="1" i="0" dirty="0">
                <a:solidFill>
                  <a:srgbClr val="E6EDF3"/>
                </a:solidFill>
                <a:latin typeface="Segoe UI"/>
              </a:rPr>
              <a:t>A harness </a:t>
            </a:r>
            <a:r>
              <a:rPr sz="2200" b="1" i="1" dirty="0">
                <a:solidFill>
                  <a:srgbClr val="E6EDF3"/>
                </a:solidFill>
                <a:latin typeface="Segoe UI"/>
              </a:rPr>
              <a:t>is</a:t>
            </a:r>
            <a:r>
              <a:rPr sz="2200" b="1" i="0" dirty="0">
                <a:solidFill>
                  <a:srgbClr val="E6EDF3"/>
                </a:solidFill>
                <a:latin typeface="Segoe UI"/>
              </a:rPr>
              <a:t> the loop</a:t>
            </a:r>
            <a:r>
              <a:rPr sz="2200" b="0" i="0" dirty="0">
                <a:solidFill>
                  <a:srgbClr val="8B949E"/>
                </a:solidFill>
                <a:latin typeface="Segoe UI"/>
              </a:rPr>
              <a:t>   it keeps calling until the model stops asking for tools</a:t>
            </a:r>
          </a:p>
          <a:p>
            <a:pPr marL="310896" indent="-310896" algn="l">
              <a:lnSpc>
                <a:spcPct val="110000"/>
              </a:lnSpc>
              <a:spcAft>
                <a:spcPts val="1500"/>
              </a:spcAft>
            </a:pPr>
            <a:r>
              <a:rPr sz="2200" b="1" i="0" dirty="0">
                <a:solidFill>
                  <a:srgbClr val="F0B429"/>
                </a:solidFill>
                <a:latin typeface="Segoe UI"/>
              </a:rPr>
              <a:t>▸  </a:t>
            </a:r>
            <a:r>
              <a:rPr sz="2200" b="1" i="0" dirty="0">
                <a:solidFill>
                  <a:srgbClr val="E6EDF3"/>
                </a:solidFill>
                <a:latin typeface="Segoe UI"/>
              </a:rPr>
              <a:t>Context providers</a:t>
            </a:r>
            <a:r>
              <a:rPr sz="2200" b="0" i="0" dirty="0">
                <a:solidFill>
                  <a:srgbClr val="8B949E"/>
                </a:solidFill>
                <a:latin typeface="Segoe UI"/>
              </a:rPr>
              <a:t>  inject state into every turn, before the model sees it</a:t>
            </a:r>
            <a:r>
              <a:rPr lang="en-AU" sz="2200" b="0" i="0" dirty="0">
                <a:solidFill>
                  <a:srgbClr val="8B949E"/>
                </a:solidFill>
                <a:latin typeface="Segoe UI"/>
              </a:rPr>
              <a:t> (milestone 2)</a:t>
            </a:r>
            <a:endParaRPr sz="2200" b="0" i="0" dirty="0">
              <a:solidFill>
                <a:srgbClr val="8B949E"/>
              </a:solidFill>
              <a:latin typeface="Segoe UI"/>
            </a:endParaRPr>
          </a:p>
          <a:p>
            <a:pPr marL="310896" indent="-310896" algn="l">
              <a:lnSpc>
                <a:spcPct val="110000"/>
              </a:lnSpc>
              <a:spcAft>
                <a:spcPts val="1500"/>
              </a:spcAft>
            </a:pPr>
            <a:r>
              <a:rPr sz="2200" b="1" i="0" dirty="0">
                <a:solidFill>
                  <a:srgbClr val="F0B429"/>
                </a:solidFill>
                <a:latin typeface="Segoe UI"/>
              </a:rPr>
              <a:t>▸  </a:t>
            </a:r>
            <a:r>
              <a:rPr sz="2200" b="1" i="0" dirty="0">
                <a:solidFill>
                  <a:srgbClr val="E6EDF3"/>
                </a:solidFill>
                <a:latin typeface="Segoe UI"/>
              </a:rPr>
              <a:t>Batteries</a:t>
            </a:r>
            <a:r>
              <a:rPr lang="en-AU" sz="2200" b="1" dirty="0">
                <a:solidFill>
                  <a:srgbClr val="E6EDF3"/>
                </a:solidFill>
                <a:latin typeface="Segoe UI"/>
              </a:rPr>
              <a:t> included</a:t>
            </a:r>
            <a:r>
              <a:rPr sz="2200" b="0" i="0" dirty="0">
                <a:solidFill>
                  <a:srgbClr val="8B949E"/>
                </a:solidFill>
                <a:latin typeface="Segoe UI"/>
              </a:rPr>
              <a:t>  </a:t>
            </a:r>
            <a:r>
              <a:rPr sz="2200" b="0" i="0" dirty="0" err="1">
                <a:solidFill>
                  <a:srgbClr val="8B949E"/>
                </a:solidFill>
                <a:latin typeface="Segoe UI"/>
              </a:rPr>
              <a:t>todo</a:t>
            </a:r>
            <a:r>
              <a:rPr sz="2200" b="0" i="0" dirty="0">
                <a:solidFill>
                  <a:srgbClr val="8B949E"/>
                </a:solidFill>
                <a:latin typeface="Segoe UI"/>
              </a:rPr>
              <a:t> list, modes, compaction, file memory, web search, approval gate</a:t>
            </a:r>
            <a:r>
              <a:rPr lang="en-AU" sz="2200" b="0" i="0" dirty="0">
                <a:solidFill>
                  <a:srgbClr val="8B949E"/>
                </a:solidFill>
                <a:latin typeface="Segoe UI"/>
              </a:rPr>
              <a:t>s</a:t>
            </a:r>
            <a:endParaRPr sz="2200" b="0" i="0" dirty="0">
              <a:solidFill>
                <a:srgbClr val="8B949E"/>
              </a:solidFill>
              <a:latin typeface="Segoe UI"/>
            </a:endParaRPr>
          </a:p>
        </p:txBody>
      </p:sp>
      <p:sp>
        <p:nvSpPr>
          <p:cNvPr id="5" name="TextBox 4"/>
          <p:cNvSpPr txBox="1"/>
          <p:nvPr/>
        </p:nvSpPr>
        <p:spPr>
          <a:xfrm>
            <a:off x="777240" y="6291072"/>
            <a:ext cx="6382329" cy="274320"/>
          </a:xfrm>
          <a:prstGeom prst="rect">
            <a:avLst/>
          </a:prstGeom>
          <a:noFill/>
        </p:spPr>
        <p:txBody>
          <a:bodyPr wrap="square" lIns="0" tIns="0" rIns="0" bIns="0" anchor="t">
            <a:spAutoFit/>
          </a:bodyPr>
          <a:lstStyle/>
          <a:p>
            <a:pPr algn="l">
              <a:lnSpc>
                <a:spcPct val="115000"/>
              </a:lnSpc>
              <a:spcAft>
                <a:spcPts val="800"/>
              </a:spcAft>
            </a:pPr>
            <a:r>
              <a:rPr sz="1100" b="0" i="0">
                <a:solidFill>
                  <a:srgbClr val="8B949E"/>
                </a:solidFill>
                <a:latin typeface="Segoe UI"/>
              </a:rPr>
              <a:t>Microsoft.Agents.AI.Harness 1.15.0  ·  .NET 10  ·  new, moving, pinned exactly</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D1117"/>
        </a:solidFill>
        <a:effectLst/>
      </p:bgPr>
    </p:bg>
    <p:spTree>
      <p:nvGrpSpPr>
        <p:cNvPr id="1" name=""/>
        <p:cNvGrpSpPr/>
        <p:nvPr/>
      </p:nvGrpSpPr>
      <p:grpSpPr>
        <a:xfrm>
          <a:off x="0" y="0"/>
          <a:ext cx="0" cy="0"/>
          <a:chOff x="0" y="0"/>
          <a:chExt cx="0" cy="0"/>
        </a:xfrm>
      </p:grpSpPr>
      <p:sp>
        <p:nvSpPr>
          <p:cNvPr id="2" name="TextBox 1"/>
          <p:cNvSpPr txBox="1"/>
          <p:nvPr/>
        </p:nvSpPr>
        <p:spPr>
          <a:xfrm>
            <a:off x="777240" y="502920"/>
            <a:ext cx="10637215" cy="274320"/>
          </a:xfrm>
          <a:prstGeom prst="rect">
            <a:avLst/>
          </a:prstGeom>
          <a:noFill/>
        </p:spPr>
        <p:txBody>
          <a:bodyPr wrap="square" lIns="0" tIns="0" rIns="0" bIns="0" anchor="t">
            <a:spAutoFit/>
          </a:bodyPr>
          <a:lstStyle/>
          <a:p>
            <a:pPr algn="l">
              <a:lnSpc>
                <a:spcPct val="115000"/>
              </a:lnSpc>
              <a:spcAft>
                <a:spcPts val="800"/>
              </a:spcAft>
            </a:pPr>
            <a:r>
              <a:rPr sz="1300" b="1" i="0">
                <a:solidFill>
                  <a:srgbClr val="F0B429"/>
                </a:solidFill>
                <a:latin typeface="Segoe UI"/>
              </a:rPr>
              <a:t>ARCHITECTURE</a:t>
            </a:r>
          </a:p>
        </p:txBody>
      </p:sp>
      <p:sp>
        <p:nvSpPr>
          <p:cNvPr id="3" name="TextBox 2"/>
          <p:cNvSpPr txBox="1"/>
          <p:nvPr/>
        </p:nvSpPr>
        <p:spPr>
          <a:xfrm>
            <a:off x="777240" y="914400"/>
            <a:ext cx="10637215" cy="1005840"/>
          </a:xfrm>
          <a:prstGeom prst="rect">
            <a:avLst/>
          </a:prstGeom>
          <a:noFill/>
        </p:spPr>
        <p:txBody>
          <a:bodyPr wrap="square" lIns="0" tIns="0" rIns="0" bIns="0" anchor="t">
            <a:spAutoFit/>
          </a:bodyPr>
          <a:lstStyle/>
          <a:p>
            <a:pPr algn="l">
              <a:lnSpc>
                <a:spcPct val="115000"/>
              </a:lnSpc>
              <a:spcAft>
                <a:spcPts val="800"/>
              </a:spcAft>
            </a:pPr>
            <a:r>
              <a:rPr sz="3600" b="1" i="0">
                <a:solidFill>
                  <a:srgbClr val="E6EDF3"/>
                </a:solidFill>
                <a:latin typeface="Segoe UI"/>
              </a:rPr>
              <a:t>The harness is an adapter over a domain</a:t>
            </a:r>
          </a:p>
        </p:txBody>
      </p:sp>
      <p:sp>
        <p:nvSpPr>
          <p:cNvPr id="4" name="Rectangle 3"/>
          <p:cNvSpPr/>
          <p:nvPr/>
        </p:nvSpPr>
        <p:spPr>
          <a:xfrm>
            <a:off x="777240" y="2148840"/>
            <a:ext cx="10637215" cy="2725664"/>
          </a:xfrm>
          <a:prstGeom prst="rect">
            <a:avLst/>
          </a:prstGeom>
          <a:solidFill>
            <a:srgbClr val="161B22"/>
          </a:solidFill>
          <a:ln w="12700">
            <a:solidFill>
              <a:srgbClr val="3036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033272" y="2350008"/>
            <a:ext cx="10125151" cy="2323328"/>
          </a:xfrm>
          <a:prstGeom prst="rect">
            <a:avLst/>
          </a:prstGeom>
          <a:noFill/>
        </p:spPr>
        <p:txBody>
          <a:bodyPr wrap="square" lIns="0" tIns="0" rIns="0" bIns="0" anchor="t">
            <a:spAutoFit/>
          </a:bodyPr>
          <a:lstStyle/>
          <a:p>
            <a:pPr algn="l">
              <a:lnSpc>
                <a:spcPct val="100000"/>
              </a:lnSpc>
              <a:spcAft>
                <a:spcPts val="0"/>
              </a:spcAft>
            </a:pPr>
            <a:r>
              <a:rPr sz="1500" b="0" i="0">
                <a:solidFill>
                  <a:srgbClr val="E6EDF3"/>
                </a:solidFill>
                <a:latin typeface="Consolas"/>
              </a:rPr>
              <a:t>  ShipAI.Console          terminal host — REPL, slash commands, the tick</a:t>
            </a:r>
          </a:p>
          <a:p>
            <a:pPr algn="l">
              <a:lnSpc>
                <a:spcPct val="100000"/>
              </a:lnSpc>
              <a:spcAft>
                <a:spcPts val="0"/>
              </a:spcAft>
            </a:pPr>
            <a:r>
              <a:rPr sz="1500" b="0" i="0">
                <a:solidFill>
                  <a:srgbClr val="E6EDF3"/>
                </a:solidFill>
                <a:latin typeface="Consolas"/>
              </a:rPr>
              <a:t>                          ChatClientFactory: the model-provider seam</a:t>
            </a:r>
          </a:p>
          <a:p>
            <a:pPr algn="l">
              <a:lnSpc>
                <a:spcPct val="100000"/>
              </a:lnSpc>
              <a:spcAft>
                <a:spcPts val="0"/>
              </a:spcAft>
            </a:pPr>
            <a:r>
              <a:rPr sz="1500" b="0" i="0">
                <a:solidFill>
                  <a:srgbClr val="E6EDF3"/>
                </a:solidFill>
                <a:latin typeface="Consolas"/>
              </a:rPr>
              <a:t>                            │  references</a:t>
            </a:r>
          </a:p>
          <a:p>
            <a:pPr algn="l">
              <a:lnSpc>
                <a:spcPct val="100000"/>
              </a:lnSpc>
              <a:spcAft>
                <a:spcPts val="0"/>
              </a:spcAft>
            </a:pPr>
            <a:r>
              <a:rPr sz="1500" b="0" i="0">
                <a:solidFill>
                  <a:srgbClr val="E6EDF3"/>
                </a:solidFill>
                <a:latin typeface="Consolas"/>
              </a:rPr>
              <a:t>                            ▼</a:t>
            </a:r>
          </a:p>
          <a:p>
            <a:pPr algn="l">
              <a:lnSpc>
                <a:spcPct val="100000"/>
              </a:lnSpc>
              <a:spcAft>
                <a:spcPts val="0"/>
              </a:spcAft>
            </a:pPr>
            <a:r>
              <a:rPr sz="1500" b="0" i="0">
                <a:solidFill>
                  <a:srgbClr val="E6EDF3"/>
                </a:solidFill>
                <a:latin typeface="Consolas"/>
              </a:rPr>
              <a:t>  ShipAI.Agent             harness wiring</a:t>
            </a:r>
          </a:p>
          <a:p>
            <a:pPr algn="l">
              <a:lnSpc>
                <a:spcPct val="100000"/>
              </a:lnSpc>
              <a:spcAft>
                <a:spcPts val="0"/>
              </a:spcAft>
            </a:pPr>
            <a:r>
              <a:rPr sz="1500" b="0" i="0">
                <a:solidFill>
                  <a:srgbClr val="E6EDF3"/>
                </a:solidFill>
                <a:latin typeface="Consolas"/>
              </a:rPr>
              <a:t>                          ShipAgentFactory · Tools/ · Instructions/</a:t>
            </a:r>
          </a:p>
          <a:p>
            <a:pPr algn="l">
              <a:lnSpc>
                <a:spcPct val="100000"/>
              </a:lnSpc>
              <a:spcAft>
                <a:spcPts val="0"/>
              </a:spcAft>
            </a:pPr>
            <a:r>
              <a:rPr sz="1500" b="0" i="0">
                <a:solidFill>
                  <a:srgbClr val="E6EDF3"/>
                </a:solidFill>
                <a:latin typeface="Consolas"/>
              </a:rPr>
              <a:t>                            │  references</a:t>
            </a:r>
          </a:p>
          <a:p>
            <a:pPr algn="l">
              <a:lnSpc>
                <a:spcPct val="100000"/>
              </a:lnSpc>
              <a:spcAft>
                <a:spcPts val="0"/>
              </a:spcAft>
            </a:pPr>
            <a:r>
              <a:rPr sz="1500" b="0" i="0">
                <a:solidFill>
                  <a:srgbClr val="E6EDF3"/>
                </a:solidFill>
                <a:latin typeface="Consolas"/>
              </a:rPr>
              <a:t>                            ▼</a:t>
            </a:r>
          </a:p>
          <a:p>
            <a:pPr algn="l">
              <a:lnSpc>
                <a:spcPct val="100000"/>
              </a:lnSpc>
              <a:spcAft>
                <a:spcPts val="0"/>
              </a:spcAft>
            </a:pPr>
            <a:r>
              <a:rPr sz="1500" b="0" i="0">
                <a:solidFill>
                  <a:srgbClr val="E6EDF3"/>
                </a:solidFill>
                <a:latin typeface="Consolas"/>
              </a:rPr>
              <a:t>  ShipAI.Simulation        pure domain — BCL only</a:t>
            </a:r>
          </a:p>
          <a:p>
            <a:pPr algn="l">
              <a:lnSpc>
                <a:spcPct val="100000"/>
              </a:lnSpc>
              <a:spcAft>
                <a:spcPts val="0"/>
              </a:spcAft>
            </a:pPr>
            <a:r>
              <a:rPr sz="1500" b="0" i="0">
                <a:solidFill>
                  <a:srgbClr val="E6EDF3"/>
                </a:solidFill>
                <a:latin typeface="Consolas"/>
              </a:rPr>
              <a:t>                          ShipState · Commands/ · Scenarios/</a:t>
            </a:r>
          </a:p>
        </p:txBody>
      </p:sp>
      <p:sp>
        <p:nvSpPr>
          <p:cNvPr id="6" name="TextBox 5"/>
          <p:cNvSpPr txBox="1"/>
          <p:nvPr/>
        </p:nvSpPr>
        <p:spPr>
          <a:xfrm>
            <a:off x="777240" y="5806440"/>
            <a:ext cx="10637215" cy="548640"/>
          </a:xfrm>
          <a:prstGeom prst="rect">
            <a:avLst/>
          </a:prstGeom>
          <a:noFill/>
        </p:spPr>
        <p:txBody>
          <a:bodyPr wrap="square" lIns="0" tIns="0" rIns="0" bIns="0" anchor="t">
            <a:spAutoFit/>
          </a:bodyPr>
          <a:lstStyle/>
          <a:p>
            <a:pPr algn="l">
              <a:lnSpc>
                <a:spcPct val="115000"/>
              </a:lnSpc>
              <a:spcAft>
                <a:spcPts val="800"/>
              </a:spcAft>
            </a:pPr>
            <a:r>
              <a:rPr sz="2200" b="1" i="0">
                <a:solidFill>
                  <a:srgbClr val="E6EDF3"/>
                </a:solidFill>
                <a:latin typeface="Segoe UI"/>
              </a:rPr>
              <a:t>ShipAI.Simulation has no </a:t>
            </a:r>
            <a:r>
              <a:rPr sz="2200" b="1" i="0">
                <a:solidFill>
                  <a:srgbClr val="F0B429"/>
                </a:solidFill>
                <a:latin typeface="Consolas"/>
              </a:rPr>
              <a:t>PackageReference</a:t>
            </a:r>
            <a:r>
              <a:rPr sz="2200" b="1" i="0">
                <a:solidFill>
                  <a:srgbClr val="E6EDF3"/>
                </a:solidFill>
                <a:latin typeface="Segoe UI"/>
              </a:rPr>
              <a:t> at all.</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D1117"/>
        </a:solidFill>
        <a:effectLst/>
      </p:bgPr>
    </p:bg>
    <p:spTree>
      <p:nvGrpSpPr>
        <p:cNvPr id="1" name=""/>
        <p:cNvGrpSpPr/>
        <p:nvPr/>
      </p:nvGrpSpPr>
      <p:grpSpPr>
        <a:xfrm>
          <a:off x="0" y="0"/>
          <a:ext cx="0" cy="0"/>
          <a:chOff x="0" y="0"/>
          <a:chExt cx="0" cy="0"/>
        </a:xfrm>
      </p:grpSpPr>
      <p:sp>
        <p:nvSpPr>
          <p:cNvPr id="2" name="TextBox 1"/>
          <p:cNvSpPr txBox="1"/>
          <p:nvPr/>
        </p:nvSpPr>
        <p:spPr>
          <a:xfrm>
            <a:off x="777240" y="502920"/>
            <a:ext cx="10637215" cy="274320"/>
          </a:xfrm>
          <a:prstGeom prst="rect">
            <a:avLst/>
          </a:prstGeom>
          <a:noFill/>
        </p:spPr>
        <p:txBody>
          <a:bodyPr wrap="square" lIns="0" tIns="0" rIns="0" bIns="0" anchor="t">
            <a:spAutoFit/>
          </a:bodyPr>
          <a:lstStyle/>
          <a:p>
            <a:pPr algn="l">
              <a:lnSpc>
                <a:spcPct val="115000"/>
              </a:lnSpc>
              <a:spcAft>
                <a:spcPts val="800"/>
              </a:spcAft>
            </a:pPr>
            <a:r>
              <a:rPr sz="1300" b="1" i="0">
                <a:solidFill>
                  <a:srgbClr val="F0B429"/>
                </a:solidFill>
                <a:latin typeface="Consolas"/>
              </a:rPr>
              <a:t>src/ShipAI.Console/Program.cs</a:t>
            </a:r>
          </a:p>
        </p:txBody>
      </p:sp>
      <p:sp>
        <p:nvSpPr>
          <p:cNvPr id="3" name="TextBox 2"/>
          <p:cNvSpPr txBox="1"/>
          <p:nvPr/>
        </p:nvSpPr>
        <p:spPr>
          <a:xfrm>
            <a:off x="777240" y="914400"/>
            <a:ext cx="10637215" cy="1005840"/>
          </a:xfrm>
          <a:prstGeom prst="rect">
            <a:avLst/>
          </a:prstGeom>
          <a:noFill/>
        </p:spPr>
        <p:txBody>
          <a:bodyPr wrap="square" lIns="0" tIns="0" rIns="0" bIns="0" anchor="t">
            <a:spAutoFit/>
          </a:bodyPr>
          <a:lstStyle/>
          <a:p>
            <a:pPr algn="l">
              <a:lnSpc>
                <a:spcPct val="115000"/>
              </a:lnSpc>
              <a:spcAft>
                <a:spcPts val="800"/>
              </a:spcAft>
            </a:pPr>
            <a:r>
              <a:rPr sz="3600" b="1" i="0">
                <a:solidFill>
                  <a:srgbClr val="E6EDF3"/>
                </a:solidFill>
                <a:latin typeface="Segoe UI"/>
              </a:rPr>
              <a:t>Booting the bridge</a:t>
            </a:r>
          </a:p>
        </p:txBody>
      </p:sp>
      <p:sp>
        <p:nvSpPr>
          <p:cNvPr id="4" name="Rectangle 3"/>
          <p:cNvSpPr/>
          <p:nvPr/>
        </p:nvSpPr>
        <p:spPr>
          <a:xfrm>
            <a:off x="777240" y="1874519"/>
            <a:ext cx="10637215" cy="3454908"/>
          </a:xfrm>
          <a:prstGeom prst="rect">
            <a:avLst/>
          </a:prstGeom>
          <a:solidFill>
            <a:srgbClr val="0F141C"/>
          </a:solidFill>
          <a:ln w="12700">
            <a:solidFill>
              <a:srgbClr val="3036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777240" y="1874519"/>
            <a:ext cx="38100" cy="3454908"/>
          </a:xfrm>
          <a:prstGeom prst="rect">
            <a:avLst/>
          </a:prstGeom>
          <a:solidFill>
            <a:srgbClr val="3036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051560" y="2057399"/>
            <a:ext cx="10134295" cy="3089148"/>
          </a:xfrm>
          <a:prstGeom prst="rect">
            <a:avLst/>
          </a:prstGeom>
          <a:noFill/>
        </p:spPr>
        <p:txBody>
          <a:bodyPr wrap="square" lIns="0" tIns="0" rIns="0" bIns="0" anchor="t">
            <a:spAutoFit/>
          </a:bodyPr>
          <a:lstStyle/>
          <a:p>
            <a:pPr algn="l">
              <a:lnSpc>
                <a:spcPct val="100000"/>
              </a:lnSpc>
              <a:spcAft>
                <a:spcPts val="0"/>
              </a:spcAft>
            </a:pPr>
            <a:r>
              <a:rPr sz="1300" b="0" i="0">
                <a:solidFill>
                  <a:srgbClr val="7FB6FF"/>
                </a:solidFill>
                <a:latin typeface="Consolas"/>
              </a:rPr>
              <a:t>var</a:t>
            </a:r>
            <a:r>
              <a:rPr sz="1300" b="0" i="0">
                <a:solidFill>
                  <a:srgbClr val="E6EDF3"/>
                </a:solidFill>
                <a:latin typeface="Consolas"/>
              </a:rPr>
              <a:t> scenario   = </a:t>
            </a:r>
            <a:r>
              <a:rPr sz="1300" b="0" i="0">
                <a:solidFill>
                  <a:srgbClr val="79D6BE"/>
                </a:solidFill>
                <a:latin typeface="Consolas"/>
              </a:rPr>
              <a:t>JsonScenario</a:t>
            </a:r>
            <a:r>
              <a:rPr sz="1300" b="0" i="0">
                <a:solidFill>
                  <a:srgbClr val="E6EDF3"/>
                </a:solidFill>
                <a:latin typeface="Consolas"/>
              </a:rPr>
              <a:t>.</a:t>
            </a:r>
            <a:r>
              <a:rPr sz="1300" b="0" i="0">
                <a:solidFill>
                  <a:srgbClr val="79D6BE"/>
                </a:solidFill>
                <a:latin typeface="Consolas"/>
              </a:rPr>
              <a:t>Load</a:t>
            </a:r>
            <a:r>
              <a:rPr sz="1300" b="0" i="0">
                <a:solidFill>
                  <a:srgbClr val="E6EDF3"/>
                </a:solidFill>
                <a:latin typeface="Consolas"/>
              </a:rPr>
              <a:t>(config[</a:t>
            </a:r>
            <a:r>
              <a:rPr sz="1300" b="0" i="0">
                <a:solidFill>
                  <a:srgbClr val="9FD98A"/>
                </a:solidFill>
                <a:latin typeface="Consolas"/>
              </a:rPr>
              <a:t>"SHIPAI_SCENARIO"</a:t>
            </a:r>
            <a:r>
              <a:rPr sz="1300" b="0" i="0">
                <a:solidFill>
                  <a:srgbClr val="E6EDF3"/>
                </a:solidFill>
                <a:latin typeface="Consolas"/>
              </a:rPr>
              <a:t>] ?? </a:t>
            </a:r>
            <a:r>
              <a:rPr sz="1300" b="0" i="0">
                <a:solidFill>
                  <a:srgbClr val="9FD98A"/>
                </a:solidFill>
                <a:latin typeface="Consolas"/>
              </a:rPr>
              <a:t>"derelict-freighter"</a:t>
            </a:r>
            <a:r>
              <a:rPr sz="1300" b="0" i="0">
                <a:solidFill>
                  <a:srgbClr val="E6EDF3"/>
                </a:solidFill>
                <a:latin typeface="Consolas"/>
              </a:rPr>
              <a:t>);</a:t>
            </a:r>
          </a:p>
          <a:p>
            <a:pPr algn="l">
              <a:lnSpc>
                <a:spcPct val="100000"/>
              </a:lnSpc>
              <a:spcAft>
                <a:spcPts val="0"/>
              </a:spcAft>
            </a:pPr>
            <a:r>
              <a:rPr sz="1300" b="0" i="0">
                <a:solidFill>
                  <a:srgbClr val="7FB6FF"/>
                </a:solidFill>
                <a:latin typeface="Consolas"/>
              </a:rPr>
              <a:t>var</a:t>
            </a:r>
            <a:r>
              <a:rPr sz="1300" b="0" i="0">
                <a:solidFill>
                  <a:srgbClr val="E6EDF3"/>
                </a:solidFill>
                <a:latin typeface="Consolas"/>
              </a:rPr>
              <a:t> seed       = </a:t>
            </a:r>
            <a:r>
              <a:rPr sz="1300" b="0" i="0">
                <a:solidFill>
                  <a:srgbClr val="7FB6FF"/>
                </a:solidFill>
                <a:latin typeface="Consolas"/>
              </a:rPr>
              <a:t>int</a:t>
            </a:r>
            <a:r>
              <a:rPr sz="1300" b="0" i="0">
                <a:solidFill>
                  <a:srgbClr val="E6EDF3"/>
                </a:solidFill>
                <a:latin typeface="Consolas"/>
              </a:rPr>
              <a:t>.</a:t>
            </a:r>
            <a:r>
              <a:rPr sz="1300" b="0" i="0">
                <a:solidFill>
                  <a:srgbClr val="79D6BE"/>
                </a:solidFill>
                <a:latin typeface="Consolas"/>
              </a:rPr>
              <a:t>TryParse</a:t>
            </a:r>
            <a:r>
              <a:rPr sz="1300" b="0" i="0">
                <a:solidFill>
                  <a:srgbClr val="E6EDF3"/>
                </a:solidFill>
                <a:latin typeface="Consolas"/>
              </a:rPr>
              <a:t>(config[</a:t>
            </a:r>
            <a:r>
              <a:rPr sz="1300" b="0" i="0">
                <a:solidFill>
                  <a:srgbClr val="9FD98A"/>
                </a:solidFill>
                <a:latin typeface="Consolas"/>
              </a:rPr>
              <a:t>"SHIPAI_SEED"</a:t>
            </a:r>
            <a:r>
              <a:rPr sz="1300" b="0" i="0">
                <a:solidFill>
                  <a:srgbClr val="E6EDF3"/>
                </a:solidFill>
                <a:latin typeface="Consolas"/>
              </a:rPr>
              <a:t>], </a:t>
            </a:r>
            <a:r>
              <a:rPr sz="1300" b="0" i="0">
                <a:solidFill>
                  <a:srgbClr val="7FB6FF"/>
                </a:solidFill>
                <a:latin typeface="Consolas"/>
              </a:rPr>
              <a:t>out</a:t>
            </a:r>
            <a:r>
              <a:rPr sz="1300" b="0" i="0">
                <a:solidFill>
                  <a:srgbClr val="E6EDF3"/>
                </a:solidFill>
                <a:latin typeface="Consolas"/>
              </a:rPr>
              <a:t> </a:t>
            </a:r>
            <a:r>
              <a:rPr sz="1300" b="0" i="0">
                <a:solidFill>
                  <a:srgbClr val="7FB6FF"/>
                </a:solidFill>
                <a:latin typeface="Consolas"/>
              </a:rPr>
              <a:t>var</a:t>
            </a:r>
            <a:r>
              <a:rPr sz="1300" b="0" i="0">
                <a:solidFill>
                  <a:srgbClr val="E6EDF3"/>
                </a:solidFill>
                <a:latin typeface="Consolas"/>
              </a:rPr>
              <a:t> configured) ? configured : </a:t>
            </a:r>
            <a:r>
              <a:rPr sz="1300" b="0" i="0">
                <a:solidFill>
                  <a:srgbClr val="E8A87C"/>
                </a:solidFill>
                <a:latin typeface="Consolas"/>
              </a:rPr>
              <a:t>1701</a:t>
            </a:r>
            <a:r>
              <a:rPr sz="1300" b="0" i="0">
                <a:solidFill>
                  <a:srgbClr val="E6EDF3"/>
                </a:solidFill>
                <a:latin typeface="Consolas"/>
              </a:rPr>
              <a:t>;</a:t>
            </a:r>
          </a:p>
          <a:p>
            <a:pPr algn="l">
              <a:lnSpc>
                <a:spcPct val="100000"/>
              </a:lnSpc>
              <a:spcAft>
                <a:spcPts val="0"/>
              </a:spcAft>
            </a:pPr>
            <a:r>
              <a:rPr sz="1300" b="0" i="0">
                <a:solidFill>
                  <a:srgbClr val="7FB6FF"/>
                </a:solidFill>
                <a:latin typeface="Consolas"/>
              </a:rPr>
              <a:t>var</a:t>
            </a:r>
            <a:r>
              <a:rPr sz="1300" b="0" i="0">
                <a:solidFill>
                  <a:srgbClr val="E6EDF3"/>
                </a:solidFill>
                <a:latin typeface="Consolas"/>
              </a:rPr>
              <a:t> simulation = </a:t>
            </a:r>
            <a:r>
              <a:rPr sz="1300" b="0" i="0">
                <a:solidFill>
                  <a:srgbClr val="7FB6FF"/>
                </a:solidFill>
                <a:latin typeface="Consolas"/>
              </a:rPr>
              <a:t>new</a:t>
            </a:r>
            <a:r>
              <a:rPr sz="1300" b="0" i="0">
                <a:solidFill>
                  <a:srgbClr val="E6EDF3"/>
                </a:solidFill>
                <a:latin typeface="Consolas"/>
              </a:rPr>
              <a:t> </a:t>
            </a:r>
            <a:r>
              <a:rPr sz="1300" b="0" i="0">
                <a:solidFill>
                  <a:srgbClr val="79D6BE"/>
                </a:solidFill>
                <a:latin typeface="Consolas"/>
              </a:rPr>
              <a:t>ShipSimulation</a:t>
            </a:r>
            <a:r>
              <a:rPr sz="1300" b="0" i="0">
                <a:solidFill>
                  <a:srgbClr val="E6EDF3"/>
                </a:solidFill>
                <a:latin typeface="Consolas"/>
              </a:rPr>
              <a:t>(scenario, seed);</a:t>
            </a:r>
          </a:p>
          <a:p>
            <a:pPr algn="l">
              <a:lnSpc>
                <a:spcPct val="100000"/>
              </a:lnSpc>
              <a:spcAft>
                <a:spcPts val="0"/>
              </a:spcAft>
            </a:pPr>
            <a:r>
              <a:rPr sz="1300" b="0" i="0">
                <a:solidFill>
                  <a:srgbClr val="E6EDF3"/>
                </a:solidFill>
                <a:latin typeface="Consolas"/>
              </a:rPr>
              <a:t> </a:t>
            </a:r>
          </a:p>
          <a:p>
            <a:pPr algn="l">
              <a:lnSpc>
                <a:spcPct val="100000"/>
              </a:lnSpc>
              <a:spcAft>
                <a:spcPts val="0"/>
              </a:spcAft>
            </a:pPr>
            <a:r>
              <a:rPr sz="1300" b="0" i="0">
                <a:solidFill>
                  <a:srgbClr val="7FB6FF"/>
                </a:solidFill>
                <a:latin typeface="Consolas"/>
              </a:rPr>
              <a:t>using</a:t>
            </a:r>
            <a:r>
              <a:rPr sz="1300" b="0" i="0">
                <a:solidFill>
                  <a:srgbClr val="E6EDF3"/>
                </a:solidFill>
                <a:latin typeface="Consolas"/>
              </a:rPr>
              <a:t> </a:t>
            </a:r>
            <a:r>
              <a:rPr sz="1300" b="0" i="0">
                <a:solidFill>
                  <a:srgbClr val="7FB6FF"/>
                </a:solidFill>
                <a:latin typeface="Consolas"/>
              </a:rPr>
              <a:t>var</a:t>
            </a:r>
            <a:r>
              <a:rPr sz="1300" b="0" i="0">
                <a:solidFill>
                  <a:srgbClr val="E6EDF3"/>
                </a:solidFill>
                <a:latin typeface="Consolas"/>
              </a:rPr>
              <a:t> chatClient = </a:t>
            </a:r>
            <a:r>
              <a:rPr sz="1300" b="0" i="0">
                <a:solidFill>
                  <a:srgbClr val="79D6BE"/>
                </a:solidFill>
                <a:latin typeface="Consolas"/>
              </a:rPr>
              <a:t>ChatClientFactory</a:t>
            </a:r>
            <a:r>
              <a:rPr sz="1300" b="0" i="0">
                <a:solidFill>
                  <a:srgbClr val="E6EDF3"/>
                </a:solidFill>
                <a:latin typeface="Consolas"/>
              </a:rPr>
              <a:t>.</a:t>
            </a:r>
            <a:r>
              <a:rPr sz="1300" b="0" i="0">
                <a:solidFill>
                  <a:srgbClr val="79D6BE"/>
                </a:solidFill>
                <a:latin typeface="Consolas"/>
              </a:rPr>
              <a:t>Create</a:t>
            </a:r>
            <a:r>
              <a:rPr sz="1300" b="0" i="0">
                <a:solidFill>
                  <a:srgbClr val="E6EDF3"/>
                </a:solidFill>
                <a:latin typeface="Consolas"/>
              </a:rPr>
              <a:t>(config);</a:t>
            </a:r>
          </a:p>
          <a:p>
            <a:pPr algn="l">
              <a:lnSpc>
                <a:spcPct val="100000"/>
              </a:lnSpc>
              <a:spcAft>
                <a:spcPts val="0"/>
              </a:spcAft>
            </a:pPr>
            <a:r>
              <a:rPr sz="1300" b="0" i="0">
                <a:solidFill>
                  <a:srgbClr val="E6EDF3"/>
                </a:solidFill>
                <a:latin typeface="Consolas"/>
              </a:rPr>
              <a:t> </a:t>
            </a:r>
          </a:p>
          <a:p>
            <a:pPr algn="l">
              <a:lnSpc>
                <a:spcPct val="100000"/>
              </a:lnSpc>
              <a:spcAft>
                <a:spcPts val="0"/>
              </a:spcAft>
            </a:pPr>
            <a:r>
              <a:rPr sz="1300" b="0" i="0">
                <a:solidFill>
                  <a:srgbClr val="7FB6FF"/>
                </a:solidFill>
                <a:latin typeface="Consolas"/>
              </a:rPr>
              <a:t>var</a:t>
            </a:r>
            <a:r>
              <a:rPr sz="1300" b="0" i="0">
                <a:solidFill>
                  <a:srgbClr val="E6EDF3"/>
                </a:solidFill>
                <a:latin typeface="Consolas"/>
              </a:rPr>
              <a:t> aurora  = </a:t>
            </a:r>
            <a:r>
              <a:rPr sz="1300" b="0" i="0">
                <a:solidFill>
                  <a:srgbClr val="79D6BE"/>
                </a:solidFill>
                <a:latin typeface="Consolas"/>
              </a:rPr>
              <a:t>ShipAgentFactory</a:t>
            </a:r>
            <a:r>
              <a:rPr sz="1300" b="0" i="0">
                <a:solidFill>
                  <a:srgbClr val="E6EDF3"/>
                </a:solidFill>
                <a:latin typeface="Consolas"/>
              </a:rPr>
              <a:t>.</a:t>
            </a:r>
            <a:r>
              <a:rPr sz="1300" b="0" i="0">
                <a:solidFill>
                  <a:srgbClr val="79D6BE"/>
                </a:solidFill>
                <a:latin typeface="Consolas"/>
              </a:rPr>
              <a:t>Create</a:t>
            </a:r>
            <a:r>
              <a:rPr sz="1300" b="0" i="0">
                <a:solidFill>
                  <a:srgbClr val="E6EDF3"/>
                </a:solidFill>
                <a:latin typeface="Consolas"/>
              </a:rPr>
              <a:t>(chatClient, simulation);</a:t>
            </a:r>
          </a:p>
          <a:p>
            <a:pPr algn="l">
              <a:lnSpc>
                <a:spcPct val="100000"/>
              </a:lnSpc>
              <a:spcAft>
                <a:spcPts val="0"/>
              </a:spcAft>
            </a:pPr>
            <a:r>
              <a:rPr sz="1300" b="0" i="0">
                <a:solidFill>
                  <a:srgbClr val="7FB6FF"/>
                </a:solidFill>
                <a:latin typeface="Consolas"/>
              </a:rPr>
              <a:t>var</a:t>
            </a:r>
            <a:r>
              <a:rPr sz="1300" b="0" i="0">
                <a:solidFill>
                  <a:srgbClr val="E6EDF3"/>
                </a:solidFill>
                <a:latin typeface="Consolas"/>
              </a:rPr>
              <a:t> session = </a:t>
            </a:r>
            <a:r>
              <a:rPr sz="1300" b="0" i="0">
                <a:solidFill>
                  <a:srgbClr val="7FB6FF"/>
                </a:solidFill>
                <a:latin typeface="Consolas"/>
              </a:rPr>
              <a:t>await</a:t>
            </a:r>
            <a:r>
              <a:rPr sz="1300" b="0" i="0">
                <a:solidFill>
                  <a:srgbClr val="E6EDF3"/>
                </a:solidFill>
                <a:latin typeface="Consolas"/>
              </a:rPr>
              <a:t> aurora.</a:t>
            </a:r>
            <a:r>
              <a:rPr sz="1300" b="0" i="0">
                <a:solidFill>
                  <a:srgbClr val="79D6BE"/>
                </a:solidFill>
                <a:latin typeface="Consolas"/>
              </a:rPr>
              <a:t>CreateSessionAsync</a:t>
            </a:r>
            <a:r>
              <a:rPr sz="1300" b="0" i="0">
                <a:solidFill>
                  <a:srgbClr val="E6EDF3"/>
                </a:solidFill>
                <a:latin typeface="Consolas"/>
              </a:rPr>
              <a:t>();</a:t>
            </a:r>
          </a:p>
          <a:p>
            <a:pPr algn="l">
              <a:lnSpc>
                <a:spcPct val="100000"/>
              </a:lnSpc>
              <a:spcAft>
                <a:spcPts val="0"/>
              </a:spcAft>
            </a:pPr>
            <a:r>
              <a:rPr sz="1300" b="0" i="0">
                <a:solidFill>
                  <a:srgbClr val="E6EDF3"/>
                </a:solidFill>
                <a:latin typeface="Consolas"/>
              </a:rPr>
              <a:t> </a:t>
            </a:r>
          </a:p>
          <a:p>
            <a:pPr algn="l">
              <a:lnSpc>
                <a:spcPct val="100000"/>
              </a:lnSpc>
              <a:spcAft>
                <a:spcPts val="0"/>
              </a:spcAft>
            </a:pPr>
            <a:r>
              <a:rPr sz="1300" b="0" i="0">
                <a:solidFill>
                  <a:srgbClr val="79D6BE"/>
                </a:solidFill>
                <a:latin typeface="Consolas"/>
              </a:rPr>
              <a:t>ShipConsole</a:t>
            </a:r>
            <a:r>
              <a:rPr sz="1300" b="0" i="0">
                <a:solidFill>
                  <a:srgbClr val="E6EDF3"/>
                </a:solidFill>
                <a:latin typeface="Consolas"/>
              </a:rPr>
              <a:t>.</a:t>
            </a:r>
            <a:r>
              <a:rPr sz="1300" b="0" i="0">
                <a:solidFill>
                  <a:srgbClr val="79D6BE"/>
                </a:solidFill>
                <a:latin typeface="Consolas"/>
              </a:rPr>
              <a:t>Banner</a:t>
            </a:r>
            <a:r>
              <a:rPr sz="1300" b="0" i="0">
                <a:solidFill>
                  <a:srgbClr val="E6EDF3"/>
                </a:solidFill>
                <a:latin typeface="Consolas"/>
              </a:rPr>
              <a:t>(scenario.</a:t>
            </a:r>
            <a:r>
              <a:rPr sz="1300" b="0" i="0">
                <a:solidFill>
                  <a:srgbClr val="79D6BE"/>
                </a:solidFill>
                <a:latin typeface="Consolas"/>
              </a:rPr>
              <a:t>Name</a:t>
            </a:r>
            <a:r>
              <a:rPr sz="1300" b="0" i="0">
                <a:solidFill>
                  <a:srgbClr val="E6EDF3"/>
                </a:solidFill>
                <a:latin typeface="Consolas"/>
              </a:rPr>
              <a:t>, scenario.</a:t>
            </a:r>
            <a:r>
              <a:rPr sz="1300" b="0" i="0">
                <a:solidFill>
                  <a:srgbClr val="79D6BE"/>
                </a:solidFill>
                <a:latin typeface="Consolas"/>
              </a:rPr>
              <a:t>Briefing</a:t>
            </a:r>
            <a:r>
              <a:rPr sz="1300" b="0" i="0">
                <a:solidFill>
                  <a:srgbClr val="E6EDF3"/>
                </a:solidFill>
                <a:latin typeface="Consolas"/>
              </a:rPr>
              <a:t>);</a:t>
            </a:r>
          </a:p>
          <a:p>
            <a:pPr algn="l">
              <a:lnSpc>
                <a:spcPct val="100000"/>
              </a:lnSpc>
              <a:spcAft>
                <a:spcPts val="0"/>
              </a:spcAft>
            </a:pPr>
            <a:r>
              <a:rPr sz="1300" b="0" i="0">
                <a:solidFill>
                  <a:srgbClr val="79D6BE"/>
                </a:solidFill>
                <a:latin typeface="Consolas"/>
              </a:rPr>
              <a:t>ShipConsole</a:t>
            </a:r>
            <a:r>
              <a:rPr sz="1300" b="0" i="0">
                <a:solidFill>
                  <a:srgbClr val="E6EDF3"/>
                </a:solidFill>
                <a:latin typeface="Consolas"/>
              </a:rPr>
              <a:t>.</a:t>
            </a:r>
            <a:r>
              <a:rPr sz="1300" b="0" i="0">
                <a:solidFill>
                  <a:srgbClr val="79D6BE"/>
                </a:solidFill>
                <a:latin typeface="Consolas"/>
              </a:rPr>
              <a:t>StatusPanel</a:t>
            </a:r>
            <a:r>
              <a:rPr sz="1300" b="0" i="0">
                <a:solidFill>
                  <a:srgbClr val="E6EDF3"/>
                </a:solidFill>
                <a:latin typeface="Consolas"/>
              </a:rPr>
              <a:t>(simulation.</a:t>
            </a:r>
            <a:r>
              <a:rPr sz="1300" b="0" i="0">
                <a:solidFill>
                  <a:srgbClr val="79D6BE"/>
                </a:solidFill>
                <a:latin typeface="Consolas"/>
              </a:rPr>
              <a:t>State</a:t>
            </a:r>
            <a:r>
              <a:rPr sz="1300" b="0" i="0">
                <a:solidFill>
                  <a:srgbClr val="E6EDF3"/>
                </a:solidFill>
                <a:latin typeface="Consolas"/>
              </a:rPr>
              <a:t>);</a:t>
            </a:r>
          </a:p>
          <a:p>
            <a:pPr algn="l">
              <a:lnSpc>
                <a:spcPct val="100000"/>
              </a:lnSpc>
              <a:spcAft>
                <a:spcPts val="0"/>
              </a:spcAft>
            </a:pPr>
            <a:r>
              <a:rPr sz="1300" b="0" i="0">
                <a:solidFill>
                  <a:srgbClr val="E6EDF3"/>
                </a:solidFill>
                <a:latin typeface="Consolas"/>
              </a:rPr>
              <a:t> </a:t>
            </a:r>
          </a:p>
          <a:p>
            <a:pPr algn="l">
              <a:lnSpc>
                <a:spcPct val="100000"/>
              </a:lnSpc>
              <a:spcAft>
                <a:spcPts val="0"/>
              </a:spcAft>
            </a:pPr>
            <a:r>
              <a:rPr sz="1300" b="0" i="0">
                <a:solidFill>
                  <a:srgbClr val="6A7889"/>
                </a:solidFill>
                <a:latin typeface="Consolas"/>
              </a:rPr>
              <a:t>// AURORA speaks first, so a voyage opens with a situation report rather</a:t>
            </a:r>
          </a:p>
          <a:p>
            <a:pPr algn="l">
              <a:lnSpc>
                <a:spcPct val="100000"/>
              </a:lnSpc>
              <a:spcAft>
                <a:spcPts val="0"/>
              </a:spcAft>
            </a:pPr>
            <a:r>
              <a:rPr sz="1300" b="0" i="0">
                <a:solidFill>
                  <a:srgbClr val="6A7889"/>
                </a:solidFill>
                <a:latin typeface="Consolas"/>
              </a:rPr>
              <a:t>// than a blinking cursor. A stage direction: not logged, and not ticked.</a:t>
            </a:r>
          </a:p>
          <a:p>
            <a:pPr algn="l">
              <a:lnSpc>
                <a:spcPct val="100000"/>
              </a:lnSpc>
              <a:spcAft>
                <a:spcPts val="0"/>
              </a:spcAft>
            </a:pPr>
            <a:r>
              <a:rPr sz="1300" b="0" i="0">
                <a:solidFill>
                  <a:srgbClr val="7FB6FF"/>
                </a:solidFill>
                <a:latin typeface="Consolas"/>
              </a:rPr>
              <a:t>await</a:t>
            </a:r>
            <a:r>
              <a:rPr sz="1300" b="0" i="0">
                <a:solidFill>
                  <a:srgbClr val="E6EDF3"/>
                </a:solidFill>
                <a:latin typeface="Consolas"/>
              </a:rPr>
              <a:t> </a:t>
            </a:r>
            <a:r>
              <a:rPr sz="1300" b="0" i="0">
                <a:solidFill>
                  <a:srgbClr val="79D6BE"/>
                </a:solidFill>
                <a:latin typeface="Consolas"/>
              </a:rPr>
              <a:t>RunAuroraTurnAsync</a:t>
            </a:r>
            <a:r>
              <a:rPr sz="1300" b="0" i="0">
                <a:solidFill>
                  <a:srgbClr val="E6EDF3"/>
                </a:solidFill>
                <a:latin typeface="Consolas"/>
              </a:rPr>
              <a:t>(</a:t>
            </a:r>
            <a:r>
              <a:rPr sz="1300" b="0" i="0">
                <a:solidFill>
                  <a:srgbClr val="9FD98A"/>
                </a:solidFill>
                <a:latin typeface="Consolas"/>
              </a:rPr>
              <a:t>"Captain on the bridge. Awaiting orders."</a:t>
            </a:r>
            <a:r>
              <a:rPr sz="1300" b="0" i="0">
                <a:solidFill>
                  <a:srgbClr val="E6EDF3"/>
                </a:solidFill>
                <a:latin typeface="Consolas"/>
              </a:rPr>
              <a:t>);</a:t>
            </a:r>
          </a:p>
        </p:txBody>
      </p:sp>
      <p:sp>
        <p:nvSpPr>
          <p:cNvPr id="7" name="TextBox 6"/>
          <p:cNvSpPr txBox="1"/>
          <p:nvPr/>
        </p:nvSpPr>
        <p:spPr>
          <a:xfrm>
            <a:off x="777240" y="5558027"/>
            <a:ext cx="10637215" cy="822960"/>
          </a:xfrm>
          <a:prstGeom prst="rect">
            <a:avLst/>
          </a:prstGeom>
          <a:noFill/>
        </p:spPr>
        <p:txBody>
          <a:bodyPr wrap="square" lIns="0" tIns="0" rIns="0" bIns="0" anchor="t">
            <a:spAutoFit/>
          </a:bodyPr>
          <a:lstStyle/>
          <a:p>
            <a:pPr algn="l">
              <a:lnSpc>
                <a:spcPct val="125000"/>
              </a:lnSpc>
              <a:spcAft>
                <a:spcPts val="600"/>
              </a:spcAft>
            </a:pPr>
            <a:r>
              <a:rPr sz="1600" b="0" i="0">
                <a:solidFill>
                  <a:srgbClr val="8B949E"/>
                </a:solidFill>
                <a:latin typeface="Segoe UI"/>
              </a:rPr>
              <a:t>Top-level statements, no DI container, no startup class. </a:t>
            </a:r>
            <a:r>
              <a:rPr sz="1600" b="1" i="0">
                <a:solidFill>
                  <a:srgbClr val="E6EDF3"/>
                </a:solidFill>
                <a:latin typeface="Segoe UI"/>
              </a:rPr>
              <a:t>A scenario, a seed, a chat client, an agent, a session.</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D1117"/>
        </a:solidFill>
        <a:effectLst/>
      </p:bgPr>
    </p:bg>
    <p:spTree>
      <p:nvGrpSpPr>
        <p:cNvPr id="1" name=""/>
        <p:cNvGrpSpPr/>
        <p:nvPr/>
      </p:nvGrpSpPr>
      <p:grpSpPr>
        <a:xfrm>
          <a:off x="0" y="0"/>
          <a:ext cx="0" cy="0"/>
          <a:chOff x="0" y="0"/>
          <a:chExt cx="0" cy="0"/>
        </a:xfrm>
      </p:grpSpPr>
      <p:sp>
        <p:nvSpPr>
          <p:cNvPr id="2" name="TextBox 1"/>
          <p:cNvSpPr txBox="1"/>
          <p:nvPr/>
        </p:nvSpPr>
        <p:spPr>
          <a:xfrm>
            <a:off x="777240" y="502920"/>
            <a:ext cx="10637215" cy="274320"/>
          </a:xfrm>
          <a:prstGeom prst="rect">
            <a:avLst/>
          </a:prstGeom>
          <a:noFill/>
        </p:spPr>
        <p:txBody>
          <a:bodyPr wrap="square" lIns="0" tIns="0" rIns="0" bIns="0" anchor="t">
            <a:spAutoFit/>
          </a:bodyPr>
          <a:lstStyle/>
          <a:p>
            <a:pPr algn="l">
              <a:lnSpc>
                <a:spcPct val="115000"/>
              </a:lnSpc>
              <a:spcAft>
                <a:spcPts val="800"/>
              </a:spcAft>
            </a:pPr>
            <a:r>
              <a:rPr sz="1300" b="1" i="0">
                <a:solidFill>
                  <a:srgbClr val="F0B429"/>
                </a:solidFill>
                <a:latin typeface="Consolas"/>
              </a:rPr>
              <a:t>src/ShipAI.Console/Program.cs</a:t>
            </a:r>
          </a:p>
        </p:txBody>
      </p:sp>
      <p:sp>
        <p:nvSpPr>
          <p:cNvPr id="3" name="TextBox 2"/>
          <p:cNvSpPr txBox="1"/>
          <p:nvPr/>
        </p:nvSpPr>
        <p:spPr>
          <a:xfrm>
            <a:off x="777240" y="914400"/>
            <a:ext cx="10637215" cy="1005840"/>
          </a:xfrm>
          <a:prstGeom prst="rect">
            <a:avLst/>
          </a:prstGeom>
          <a:noFill/>
        </p:spPr>
        <p:txBody>
          <a:bodyPr wrap="square" lIns="0" tIns="0" rIns="0" bIns="0" anchor="t">
            <a:spAutoFit/>
          </a:bodyPr>
          <a:lstStyle/>
          <a:p>
            <a:pPr algn="l">
              <a:lnSpc>
                <a:spcPct val="115000"/>
              </a:lnSpc>
              <a:spcAft>
                <a:spcPts val="800"/>
              </a:spcAft>
            </a:pPr>
            <a:r>
              <a:rPr sz="3600" b="1" i="0">
                <a:solidFill>
                  <a:srgbClr val="E6EDF3"/>
                </a:solidFill>
                <a:latin typeface="Segoe UI"/>
              </a:rPr>
              <a:t>One order, one turn, one tick</a:t>
            </a:r>
          </a:p>
        </p:txBody>
      </p:sp>
      <p:sp>
        <p:nvSpPr>
          <p:cNvPr id="4" name="Rectangle 3"/>
          <p:cNvSpPr/>
          <p:nvPr/>
        </p:nvSpPr>
        <p:spPr>
          <a:xfrm>
            <a:off x="777240" y="1874519"/>
            <a:ext cx="10637215" cy="4273804"/>
          </a:xfrm>
          <a:prstGeom prst="rect">
            <a:avLst/>
          </a:prstGeom>
          <a:solidFill>
            <a:srgbClr val="0F141C"/>
          </a:solidFill>
          <a:ln w="12700">
            <a:solidFill>
              <a:srgbClr val="3036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777240" y="1874519"/>
            <a:ext cx="38100" cy="4273804"/>
          </a:xfrm>
          <a:prstGeom prst="rect">
            <a:avLst/>
          </a:prstGeom>
          <a:solidFill>
            <a:srgbClr val="3036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051560" y="2057399"/>
            <a:ext cx="10134295" cy="3908044"/>
          </a:xfrm>
          <a:prstGeom prst="rect">
            <a:avLst/>
          </a:prstGeom>
          <a:noFill/>
        </p:spPr>
        <p:txBody>
          <a:bodyPr wrap="square" lIns="0" tIns="0" rIns="0" bIns="0" anchor="t">
            <a:spAutoFit/>
          </a:bodyPr>
          <a:lstStyle/>
          <a:p>
            <a:pPr algn="l">
              <a:lnSpc>
                <a:spcPct val="100000"/>
              </a:lnSpc>
              <a:spcAft>
                <a:spcPts val="0"/>
              </a:spcAft>
            </a:pPr>
            <a:r>
              <a:rPr sz="1300" b="0" i="0">
                <a:solidFill>
                  <a:srgbClr val="7FB6FF"/>
                </a:solidFill>
                <a:latin typeface="Consolas"/>
              </a:rPr>
              <a:t>while</a:t>
            </a:r>
            <a:r>
              <a:rPr sz="1300" b="0" i="0">
                <a:solidFill>
                  <a:srgbClr val="E6EDF3"/>
                </a:solidFill>
                <a:latin typeface="Consolas"/>
              </a:rPr>
              <a:t> (</a:t>
            </a:r>
            <a:r>
              <a:rPr sz="1300" b="0" i="0">
                <a:solidFill>
                  <a:srgbClr val="7FB6FF"/>
                </a:solidFill>
                <a:latin typeface="Consolas"/>
              </a:rPr>
              <a:t>true</a:t>
            </a:r>
            <a:r>
              <a:rPr sz="1300" b="0" i="0">
                <a:solidFill>
                  <a:srgbClr val="E6EDF3"/>
                </a:solidFill>
                <a:latin typeface="Consolas"/>
              </a:rPr>
              <a:t>)</a:t>
            </a:r>
          </a:p>
          <a:p>
            <a:pPr algn="l">
              <a:lnSpc>
                <a:spcPct val="100000"/>
              </a:lnSpc>
              <a:spcAft>
                <a:spcPts val="0"/>
              </a:spcAft>
            </a:pPr>
            <a:r>
              <a:rPr sz="1300" b="0" i="0">
                <a:solidFill>
                  <a:srgbClr val="E6EDF3"/>
                </a:solidFill>
                <a:latin typeface="Consolas"/>
              </a:rPr>
              <a:t>{</a:t>
            </a:r>
          </a:p>
          <a:p>
            <a:pPr algn="l">
              <a:lnSpc>
                <a:spcPct val="100000"/>
              </a:lnSpc>
              <a:spcAft>
                <a:spcPts val="0"/>
              </a:spcAft>
            </a:pPr>
            <a:r>
              <a:rPr sz="1300" b="0" i="0">
                <a:solidFill>
                  <a:srgbClr val="E6EDF3"/>
                </a:solidFill>
                <a:latin typeface="Consolas"/>
              </a:rPr>
              <a:t>    </a:t>
            </a:r>
            <a:r>
              <a:rPr sz="1300" b="0" i="0">
                <a:solidFill>
                  <a:srgbClr val="7FB6FF"/>
                </a:solidFill>
                <a:latin typeface="Consolas"/>
              </a:rPr>
              <a:t>var</a:t>
            </a:r>
            <a:r>
              <a:rPr sz="1300" b="0" i="0">
                <a:solidFill>
                  <a:srgbClr val="E6EDF3"/>
                </a:solidFill>
                <a:latin typeface="Consolas"/>
              </a:rPr>
              <a:t> order = </a:t>
            </a:r>
            <a:r>
              <a:rPr sz="1300" b="0" i="0">
                <a:solidFill>
                  <a:srgbClr val="79D6BE"/>
                </a:solidFill>
                <a:latin typeface="Consolas"/>
              </a:rPr>
              <a:t>ShipConsole</a:t>
            </a:r>
            <a:r>
              <a:rPr sz="1300" b="0" i="0">
                <a:solidFill>
                  <a:srgbClr val="E6EDF3"/>
                </a:solidFill>
                <a:latin typeface="Consolas"/>
              </a:rPr>
              <a:t>.</a:t>
            </a:r>
            <a:r>
              <a:rPr sz="1300" b="0" i="0">
                <a:solidFill>
                  <a:srgbClr val="79D6BE"/>
                </a:solidFill>
                <a:latin typeface="Consolas"/>
              </a:rPr>
              <a:t>Prompt</a:t>
            </a:r>
            <a:r>
              <a:rPr sz="1300" b="0" i="0">
                <a:solidFill>
                  <a:srgbClr val="E6EDF3"/>
                </a:solidFill>
                <a:latin typeface="Consolas"/>
              </a:rPr>
              <a:t>(simulation.</a:t>
            </a:r>
            <a:r>
              <a:rPr sz="1300" b="0" i="0">
                <a:solidFill>
                  <a:srgbClr val="79D6BE"/>
                </a:solidFill>
                <a:latin typeface="Consolas"/>
              </a:rPr>
              <a:t>State</a:t>
            </a:r>
            <a:r>
              <a:rPr sz="1300" b="0" i="0">
                <a:solidFill>
                  <a:srgbClr val="E6EDF3"/>
                </a:solidFill>
                <a:latin typeface="Consolas"/>
              </a:rPr>
              <a:t>);</a:t>
            </a:r>
          </a:p>
          <a:p>
            <a:pPr algn="l">
              <a:lnSpc>
                <a:spcPct val="100000"/>
              </a:lnSpc>
              <a:spcAft>
                <a:spcPts val="0"/>
              </a:spcAft>
            </a:pPr>
            <a:r>
              <a:rPr sz="1300" b="0" i="0">
                <a:solidFill>
                  <a:srgbClr val="E6EDF3"/>
                </a:solidFill>
                <a:latin typeface="Consolas"/>
              </a:rPr>
              <a:t> </a:t>
            </a:r>
          </a:p>
          <a:p>
            <a:pPr algn="l">
              <a:lnSpc>
                <a:spcPct val="100000"/>
              </a:lnSpc>
              <a:spcAft>
                <a:spcPts val="0"/>
              </a:spcAft>
            </a:pPr>
            <a:r>
              <a:rPr sz="1300" b="0" i="0">
                <a:solidFill>
                  <a:srgbClr val="E6EDF3"/>
                </a:solidFill>
                <a:latin typeface="Consolas"/>
              </a:rPr>
              <a:t>    </a:t>
            </a:r>
            <a:r>
              <a:rPr sz="1300" b="0" i="0">
                <a:solidFill>
                  <a:srgbClr val="7FB6FF"/>
                </a:solidFill>
                <a:latin typeface="Consolas"/>
              </a:rPr>
              <a:t>if</a:t>
            </a:r>
            <a:r>
              <a:rPr sz="1300" b="0" i="0">
                <a:solidFill>
                  <a:srgbClr val="E6EDF3"/>
                </a:solidFill>
                <a:latin typeface="Consolas"/>
              </a:rPr>
              <a:t> (order </a:t>
            </a:r>
            <a:r>
              <a:rPr sz="1300" b="0" i="0">
                <a:solidFill>
                  <a:srgbClr val="7FB6FF"/>
                </a:solidFill>
                <a:latin typeface="Consolas"/>
              </a:rPr>
              <a:t>is</a:t>
            </a:r>
            <a:r>
              <a:rPr sz="1300" b="0" i="0">
                <a:solidFill>
                  <a:srgbClr val="E6EDF3"/>
                </a:solidFill>
                <a:latin typeface="Consolas"/>
              </a:rPr>
              <a:t> </a:t>
            </a:r>
            <a:r>
              <a:rPr sz="1300" b="0" i="0">
                <a:solidFill>
                  <a:srgbClr val="7FB6FF"/>
                </a:solidFill>
                <a:latin typeface="Consolas"/>
              </a:rPr>
              <a:t>null</a:t>
            </a:r>
            <a:r>
              <a:rPr sz="1300" b="0" i="0">
                <a:solidFill>
                  <a:srgbClr val="E6EDF3"/>
                </a:solidFill>
                <a:latin typeface="Consolas"/>
              </a:rPr>
              <a:t> </a:t>
            </a:r>
            <a:r>
              <a:rPr sz="1300" b="0" i="0">
                <a:solidFill>
                  <a:srgbClr val="7FB6FF"/>
                </a:solidFill>
                <a:latin typeface="Consolas"/>
              </a:rPr>
              <a:t>or</a:t>
            </a:r>
            <a:r>
              <a:rPr sz="1300" b="0" i="0">
                <a:solidFill>
                  <a:srgbClr val="E6EDF3"/>
                </a:solidFill>
                <a:latin typeface="Consolas"/>
              </a:rPr>
              <a:t> </a:t>
            </a:r>
            <a:r>
              <a:rPr sz="1300" b="0" i="0">
                <a:solidFill>
                  <a:srgbClr val="9FD98A"/>
                </a:solidFill>
                <a:latin typeface="Consolas"/>
              </a:rPr>
              <a:t>"/quit"</a:t>
            </a:r>
            <a:r>
              <a:rPr sz="1300" b="0" i="0">
                <a:solidFill>
                  <a:srgbClr val="E6EDF3"/>
                </a:solidFill>
                <a:latin typeface="Consolas"/>
              </a:rPr>
              <a:t>)  </a:t>
            </a:r>
            <a:r>
              <a:rPr sz="1300" b="0" i="0">
                <a:solidFill>
                  <a:srgbClr val="7FB6FF"/>
                </a:solidFill>
                <a:latin typeface="Consolas"/>
              </a:rPr>
              <a:t>break</a:t>
            </a:r>
            <a:r>
              <a:rPr sz="1300" b="0" i="0">
                <a:solidFill>
                  <a:srgbClr val="E6EDF3"/>
                </a:solidFill>
                <a:latin typeface="Consolas"/>
              </a:rPr>
              <a:t>;</a:t>
            </a:r>
          </a:p>
          <a:p>
            <a:pPr algn="l">
              <a:lnSpc>
                <a:spcPct val="100000"/>
              </a:lnSpc>
              <a:spcAft>
                <a:spcPts val="0"/>
              </a:spcAft>
            </a:pPr>
            <a:r>
              <a:rPr sz="1300" b="0" i="0">
                <a:solidFill>
                  <a:srgbClr val="E6EDF3"/>
                </a:solidFill>
                <a:latin typeface="Consolas"/>
              </a:rPr>
              <a:t>    </a:t>
            </a:r>
            <a:r>
              <a:rPr sz="1300" b="0" i="0">
                <a:solidFill>
                  <a:srgbClr val="7FB6FF"/>
                </a:solidFill>
                <a:latin typeface="Consolas"/>
              </a:rPr>
              <a:t>if</a:t>
            </a:r>
            <a:r>
              <a:rPr sz="1300" b="0" i="0">
                <a:solidFill>
                  <a:srgbClr val="E6EDF3"/>
                </a:solidFill>
                <a:latin typeface="Consolas"/>
              </a:rPr>
              <a:t> (order.</a:t>
            </a:r>
            <a:r>
              <a:rPr sz="1300" b="0" i="0">
                <a:solidFill>
                  <a:srgbClr val="79D6BE"/>
                </a:solidFill>
                <a:latin typeface="Consolas"/>
              </a:rPr>
              <a:t>StartsWith</a:t>
            </a:r>
            <a:r>
              <a:rPr sz="1300" b="0" i="0">
                <a:solidFill>
                  <a:srgbClr val="E6EDF3"/>
                </a:solidFill>
                <a:latin typeface="Consolas"/>
              </a:rPr>
              <a:t>('/'))     { </a:t>
            </a:r>
            <a:r>
              <a:rPr sz="1300" b="0" i="0">
                <a:solidFill>
                  <a:srgbClr val="79D6BE"/>
                </a:solidFill>
                <a:latin typeface="Consolas"/>
              </a:rPr>
              <a:t>RunSlashCommand</a:t>
            </a:r>
            <a:r>
              <a:rPr sz="1300" b="0" i="0">
                <a:solidFill>
                  <a:srgbClr val="E6EDF3"/>
                </a:solidFill>
                <a:latin typeface="Consolas"/>
              </a:rPr>
              <a:t>(order); </a:t>
            </a:r>
            <a:r>
              <a:rPr sz="1300" b="0" i="0">
                <a:solidFill>
                  <a:srgbClr val="7FB6FF"/>
                </a:solidFill>
                <a:latin typeface="Consolas"/>
              </a:rPr>
              <a:t>continue</a:t>
            </a:r>
            <a:r>
              <a:rPr sz="1300" b="0" i="0">
                <a:solidFill>
                  <a:srgbClr val="E6EDF3"/>
                </a:solidFill>
                <a:latin typeface="Consolas"/>
              </a:rPr>
              <a:t>; }</a:t>
            </a:r>
          </a:p>
          <a:p>
            <a:pPr algn="l">
              <a:lnSpc>
                <a:spcPct val="100000"/>
              </a:lnSpc>
              <a:spcAft>
                <a:spcPts val="0"/>
              </a:spcAft>
            </a:pPr>
            <a:r>
              <a:rPr sz="1300" b="0" i="0">
                <a:solidFill>
                  <a:srgbClr val="E6EDF3"/>
                </a:solidFill>
                <a:latin typeface="Consolas"/>
              </a:rPr>
              <a:t> </a:t>
            </a:r>
          </a:p>
          <a:p>
            <a:pPr algn="l">
              <a:lnSpc>
                <a:spcPct val="100000"/>
              </a:lnSpc>
              <a:spcAft>
                <a:spcPts val="0"/>
              </a:spcAft>
            </a:pPr>
            <a:r>
              <a:rPr sz="1300" b="0" i="0">
                <a:solidFill>
                  <a:srgbClr val="E6EDF3"/>
                </a:solidFill>
                <a:latin typeface="Consolas"/>
              </a:rPr>
              <a:t>    simulation.</a:t>
            </a:r>
            <a:r>
              <a:rPr sz="1300" b="0" i="0">
                <a:solidFill>
                  <a:srgbClr val="79D6BE"/>
                </a:solidFill>
                <a:latin typeface="Consolas"/>
              </a:rPr>
              <a:t>Log</a:t>
            </a:r>
            <a:r>
              <a:rPr sz="1300" b="0" i="0">
                <a:solidFill>
                  <a:srgbClr val="E6EDF3"/>
                </a:solidFill>
                <a:latin typeface="Consolas"/>
              </a:rPr>
              <a:t>.</a:t>
            </a:r>
            <a:r>
              <a:rPr sz="1300" b="0" i="0">
                <a:solidFill>
                  <a:srgbClr val="79D6BE"/>
                </a:solidFill>
                <a:latin typeface="Consolas"/>
              </a:rPr>
              <a:t>Append</a:t>
            </a:r>
            <a:r>
              <a:rPr sz="1300" b="0" i="0">
                <a:solidFill>
                  <a:srgbClr val="E6EDF3"/>
                </a:solidFill>
                <a:latin typeface="Consolas"/>
              </a:rPr>
              <a:t>(simulation.</a:t>
            </a:r>
            <a:r>
              <a:rPr sz="1300" b="0" i="0">
                <a:solidFill>
                  <a:srgbClr val="79D6BE"/>
                </a:solidFill>
                <a:latin typeface="Consolas"/>
              </a:rPr>
              <a:t>State</a:t>
            </a:r>
            <a:r>
              <a:rPr sz="1300" b="0" i="0">
                <a:solidFill>
                  <a:srgbClr val="E6EDF3"/>
                </a:solidFill>
                <a:latin typeface="Consolas"/>
              </a:rPr>
              <a:t>.</a:t>
            </a:r>
            <a:r>
              <a:rPr sz="1300" b="0" i="0">
                <a:solidFill>
                  <a:srgbClr val="79D6BE"/>
                </a:solidFill>
                <a:latin typeface="Consolas"/>
              </a:rPr>
              <a:t>Turn</a:t>
            </a:r>
            <a:r>
              <a:rPr sz="1300" b="0" i="0">
                <a:solidFill>
                  <a:srgbClr val="E6EDF3"/>
                </a:solidFill>
                <a:latin typeface="Consolas"/>
              </a:rPr>
              <a:t>, </a:t>
            </a:r>
            <a:r>
              <a:rPr sz="1300" b="0" i="0">
                <a:solidFill>
                  <a:srgbClr val="79D6BE"/>
                </a:solidFill>
                <a:latin typeface="Consolas"/>
              </a:rPr>
              <a:t>LogSource</a:t>
            </a:r>
            <a:r>
              <a:rPr sz="1300" b="0" i="0">
                <a:solidFill>
                  <a:srgbClr val="E6EDF3"/>
                </a:solidFill>
                <a:latin typeface="Consolas"/>
              </a:rPr>
              <a:t>.</a:t>
            </a:r>
            <a:r>
              <a:rPr sz="1300" b="0" i="0">
                <a:solidFill>
                  <a:srgbClr val="79D6BE"/>
                </a:solidFill>
                <a:latin typeface="Consolas"/>
              </a:rPr>
              <a:t>Captain</a:t>
            </a:r>
            <a:r>
              <a:rPr sz="1300" b="0" i="0">
                <a:solidFill>
                  <a:srgbClr val="E6EDF3"/>
                </a:solidFill>
                <a:latin typeface="Consolas"/>
              </a:rPr>
              <a:t>, order);</a:t>
            </a:r>
          </a:p>
          <a:p>
            <a:pPr algn="l">
              <a:lnSpc>
                <a:spcPct val="100000"/>
              </a:lnSpc>
              <a:spcAft>
                <a:spcPts val="0"/>
              </a:spcAft>
            </a:pPr>
            <a:r>
              <a:rPr sz="1300" b="0" i="0">
                <a:solidFill>
                  <a:srgbClr val="E6EDF3"/>
                </a:solidFill>
                <a:latin typeface="Consolas"/>
              </a:rPr>
              <a:t> </a:t>
            </a:r>
          </a:p>
          <a:p>
            <a:pPr algn="l">
              <a:lnSpc>
                <a:spcPct val="100000"/>
              </a:lnSpc>
              <a:spcAft>
                <a:spcPts val="0"/>
              </a:spcAft>
            </a:pPr>
            <a:r>
              <a:rPr sz="1300" b="0" i="0">
                <a:solidFill>
                  <a:srgbClr val="E6EDF3"/>
                </a:solidFill>
                <a:latin typeface="Consolas"/>
              </a:rPr>
              <a:t>    </a:t>
            </a:r>
            <a:r>
              <a:rPr sz="1300" b="0" i="0">
                <a:solidFill>
                  <a:srgbClr val="7FB6FF"/>
                </a:solidFill>
                <a:latin typeface="Consolas"/>
              </a:rPr>
              <a:t>if</a:t>
            </a:r>
            <a:r>
              <a:rPr sz="1300" b="0" i="0">
                <a:solidFill>
                  <a:srgbClr val="E6EDF3"/>
                </a:solidFill>
                <a:latin typeface="Consolas"/>
              </a:rPr>
              <a:t> (!</a:t>
            </a:r>
            <a:r>
              <a:rPr sz="1300" b="0" i="0">
                <a:solidFill>
                  <a:srgbClr val="7FB6FF"/>
                </a:solidFill>
                <a:latin typeface="Consolas"/>
              </a:rPr>
              <a:t>await</a:t>
            </a:r>
            <a:r>
              <a:rPr sz="1300" b="0" i="0">
                <a:solidFill>
                  <a:srgbClr val="E6EDF3"/>
                </a:solidFill>
                <a:latin typeface="Consolas"/>
              </a:rPr>
              <a:t> </a:t>
            </a:r>
            <a:r>
              <a:rPr sz="1300" b="0" i="0">
                <a:solidFill>
                  <a:srgbClr val="79D6BE"/>
                </a:solidFill>
                <a:latin typeface="Consolas"/>
              </a:rPr>
              <a:t>RunAuroraTurnAsync</a:t>
            </a:r>
            <a:r>
              <a:rPr sz="1300" b="0" i="0">
                <a:solidFill>
                  <a:srgbClr val="E6EDF3"/>
                </a:solidFill>
                <a:latin typeface="Consolas"/>
              </a:rPr>
              <a:t>(order)) </a:t>
            </a:r>
            <a:r>
              <a:rPr sz="1300" b="0" i="0">
                <a:solidFill>
                  <a:srgbClr val="7FB6FF"/>
                </a:solidFill>
                <a:latin typeface="Consolas"/>
              </a:rPr>
              <a:t>continue</a:t>
            </a:r>
            <a:r>
              <a:rPr sz="1300" b="0" i="0">
                <a:solidFill>
                  <a:srgbClr val="E6EDF3"/>
                </a:solidFill>
                <a:latin typeface="Consolas"/>
              </a:rPr>
              <a:t>;</a:t>
            </a:r>
          </a:p>
          <a:p>
            <a:pPr algn="l">
              <a:lnSpc>
                <a:spcPct val="100000"/>
              </a:lnSpc>
              <a:spcAft>
                <a:spcPts val="0"/>
              </a:spcAft>
            </a:pPr>
            <a:r>
              <a:rPr sz="1300" b="0" i="0">
                <a:solidFill>
                  <a:srgbClr val="E6EDF3"/>
                </a:solidFill>
                <a:latin typeface="Consolas"/>
              </a:rPr>
              <a:t> </a:t>
            </a:r>
          </a:p>
          <a:p>
            <a:pPr algn="l">
              <a:lnSpc>
                <a:spcPct val="100000"/>
              </a:lnSpc>
              <a:spcAft>
                <a:spcPts val="0"/>
              </a:spcAft>
            </a:pPr>
            <a:r>
              <a:rPr sz="1300" b="0" i="0">
                <a:solidFill>
                  <a:srgbClr val="E6EDF3"/>
                </a:solidFill>
                <a:latin typeface="Consolas"/>
              </a:rPr>
              <a:t>    </a:t>
            </a:r>
            <a:r>
              <a:rPr sz="1300" b="0" i="0">
                <a:solidFill>
                  <a:srgbClr val="6A7889"/>
                </a:solidFill>
                <a:latin typeface="Consolas"/>
              </a:rPr>
              <a:t>// One tick per completed agent turn. The world moves when the agent acts,</a:t>
            </a:r>
          </a:p>
          <a:p>
            <a:pPr algn="l">
              <a:lnSpc>
                <a:spcPct val="100000"/>
              </a:lnSpc>
              <a:spcAft>
                <a:spcPts val="0"/>
              </a:spcAft>
            </a:pPr>
            <a:r>
              <a:rPr sz="1300" b="0" i="0">
                <a:solidFill>
                  <a:srgbClr val="E6EDF3"/>
                </a:solidFill>
                <a:latin typeface="Consolas"/>
              </a:rPr>
              <a:t>    </a:t>
            </a:r>
            <a:r>
              <a:rPr sz="1300" b="0" i="0">
                <a:solidFill>
                  <a:srgbClr val="6A7889"/>
                </a:solidFill>
                <a:latin typeface="Consolas"/>
              </a:rPr>
              <a:t>// not on a wall clock — which is exactly what makes this reproducible.</a:t>
            </a:r>
          </a:p>
          <a:p>
            <a:pPr algn="l">
              <a:lnSpc>
                <a:spcPct val="100000"/>
              </a:lnSpc>
              <a:spcAft>
                <a:spcPts val="0"/>
              </a:spcAft>
            </a:pPr>
            <a:r>
              <a:rPr sz="1300" b="0" i="0">
                <a:solidFill>
                  <a:srgbClr val="E6EDF3"/>
                </a:solidFill>
                <a:latin typeface="Consolas"/>
              </a:rPr>
              <a:t>    </a:t>
            </a:r>
            <a:r>
              <a:rPr sz="1300" b="0" i="0">
                <a:solidFill>
                  <a:srgbClr val="7FB6FF"/>
                </a:solidFill>
                <a:latin typeface="Consolas"/>
              </a:rPr>
              <a:t>var</a:t>
            </a:r>
            <a:r>
              <a:rPr sz="1300" b="0" i="0">
                <a:solidFill>
                  <a:srgbClr val="E6EDF3"/>
                </a:solidFill>
                <a:latin typeface="Consolas"/>
              </a:rPr>
              <a:t> mark = simulation.</a:t>
            </a:r>
            <a:r>
              <a:rPr sz="1300" b="0" i="0">
                <a:solidFill>
                  <a:srgbClr val="79D6BE"/>
                </a:solidFill>
                <a:latin typeface="Consolas"/>
              </a:rPr>
              <a:t>Log</a:t>
            </a:r>
            <a:r>
              <a:rPr sz="1300" b="0" i="0">
                <a:solidFill>
                  <a:srgbClr val="E6EDF3"/>
                </a:solidFill>
                <a:latin typeface="Consolas"/>
              </a:rPr>
              <a:t>.</a:t>
            </a:r>
            <a:r>
              <a:rPr sz="1300" b="0" i="0">
                <a:solidFill>
                  <a:srgbClr val="79D6BE"/>
                </a:solidFill>
                <a:latin typeface="Consolas"/>
              </a:rPr>
              <a:t>Count</a:t>
            </a:r>
            <a:r>
              <a:rPr sz="1300" b="0" i="0">
                <a:solidFill>
                  <a:srgbClr val="E6EDF3"/>
                </a:solidFill>
                <a:latin typeface="Consolas"/>
              </a:rPr>
              <a:t>;</a:t>
            </a:r>
          </a:p>
          <a:p>
            <a:pPr algn="l">
              <a:lnSpc>
                <a:spcPct val="100000"/>
              </a:lnSpc>
              <a:spcAft>
                <a:spcPts val="0"/>
              </a:spcAft>
            </a:pPr>
            <a:r>
              <a:rPr sz="1300" b="0" i="0">
                <a:solidFill>
                  <a:srgbClr val="E6EDF3"/>
                </a:solidFill>
                <a:latin typeface="Consolas"/>
              </a:rPr>
              <a:t>    simulation.</a:t>
            </a:r>
            <a:r>
              <a:rPr sz="1300" b="0" i="0">
                <a:solidFill>
                  <a:srgbClr val="79D6BE"/>
                </a:solidFill>
                <a:latin typeface="Consolas"/>
              </a:rPr>
              <a:t>Tick</a:t>
            </a:r>
            <a:r>
              <a:rPr sz="1300" b="0" i="0">
                <a:solidFill>
                  <a:srgbClr val="E6EDF3"/>
                </a:solidFill>
                <a:latin typeface="Consolas"/>
              </a:rPr>
              <a:t>();</a:t>
            </a:r>
          </a:p>
          <a:p>
            <a:pPr algn="l">
              <a:lnSpc>
                <a:spcPct val="100000"/>
              </a:lnSpc>
              <a:spcAft>
                <a:spcPts val="0"/>
              </a:spcAft>
            </a:pPr>
            <a:r>
              <a:rPr sz="1300" b="0" i="0">
                <a:solidFill>
                  <a:srgbClr val="E6EDF3"/>
                </a:solidFill>
                <a:latin typeface="Consolas"/>
              </a:rPr>
              <a:t> </a:t>
            </a:r>
          </a:p>
          <a:p>
            <a:pPr algn="l">
              <a:lnSpc>
                <a:spcPct val="100000"/>
              </a:lnSpc>
              <a:spcAft>
                <a:spcPts val="0"/>
              </a:spcAft>
            </a:pPr>
            <a:r>
              <a:rPr sz="1300" b="0" i="0">
                <a:solidFill>
                  <a:srgbClr val="E6EDF3"/>
                </a:solidFill>
                <a:latin typeface="Consolas"/>
              </a:rPr>
              <a:t>    </a:t>
            </a:r>
            <a:r>
              <a:rPr sz="1300" b="0" i="0">
                <a:solidFill>
                  <a:srgbClr val="79D6BE"/>
                </a:solidFill>
                <a:latin typeface="Consolas"/>
              </a:rPr>
              <a:t>ShipConsole</a:t>
            </a:r>
            <a:r>
              <a:rPr sz="1300" b="0" i="0">
                <a:solidFill>
                  <a:srgbClr val="E6EDF3"/>
                </a:solidFill>
                <a:latin typeface="Consolas"/>
              </a:rPr>
              <a:t>.</a:t>
            </a:r>
            <a:r>
              <a:rPr sz="1300" b="0" i="0">
                <a:solidFill>
                  <a:srgbClr val="79D6BE"/>
                </a:solidFill>
                <a:latin typeface="Consolas"/>
              </a:rPr>
              <a:t>Events</a:t>
            </a:r>
            <a:r>
              <a:rPr sz="1300" b="0" i="0">
                <a:solidFill>
                  <a:srgbClr val="E6EDF3"/>
                </a:solidFill>
                <a:latin typeface="Consolas"/>
              </a:rPr>
              <a:t>(simulation.</a:t>
            </a:r>
            <a:r>
              <a:rPr sz="1300" b="0" i="0">
                <a:solidFill>
                  <a:srgbClr val="79D6BE"/>
                </a:solidFill>
                <a:latin typeface="Consolas"/>
              </a:rPr>
              <a:t>Log</a:t>
            </a:r>
            <a:r>
              <a:rPr sz="1300" b="0" i="0">
                <a:solidFill>
                  <a:srgbClr val="E6EDF3"/>
                </a:solidFill>
                <a:latin typeface="Consolas"/>
              </a:rPr>
              <a:t>.</a:t>
            </a:r>
            <a:r>
              <a:rPr sz="1300" b="0" i="0">
                <a:solidFill>
                  <a:srgbClr val="79D6BE"/>
                </a:solidFill>
                <a:latin typeface="Consolas"/>
              </a:rPr>
              <a:t>Since</a:t>
            </a:r>
            <a:r>
              <a:rPr sz="1300" b="0" i="0">
                <a:solidFill>
                  <a:srgbClr val="E6EDF3"/>
                </a:solidFill>
                <a:latin typeface="Consolas"/>
              </a:rPr>
              <a:t>(mark));</a:t>
            </a:r>
          </a:p>
          <a:p>
            <a:pPr algn="l">
              <a:lnSpc>
                <a:spcPct val="100000"/>
              </a:lnSpc>
              <a:spcAft>
                <a:spcPts val="0"/>
              </a:spcAft>
            </a:pPr>
            <a:r>
              <a:rPr sz="1300" b="0" i="0">
                <a:solidFill>
                  <a:srgbClr val="E6EDF3"/>
                </a:solidFill>
                <a:latin typeface="Consolas"/>
              </a:rPr>
              <a:t>    </a:t>
            </a:r>
            <a:r>
              <a:rPr sz="1300" b="0" i="0">
                <a:solidFill>
                  <a:srgbClr val="79D6BE"/>
                </a:solidFill>
                <a:latin typeface="Consolas"/>
              </a:rPr>
              <a:t>ShipConsole</a:t>
            </a:r>
            <a:r>
              <a:rPr sz="1300" b="0" i="0">
                <a:solidFill>
                  <a:srgbClr val="E6EDF3"/>
                </a:solidFill>
                <a:latin typeface="Consolas"/>
              </a:rPr>
              <a:t>.</a:t>
            </a:r>
            <a:r>
              <a:rPr sz="1300" b="0" i="0">
                <a:solidFill>
                  <a:srgbClr val="79D6BE"/>
                </a:solidFill>
                <a:latin typeface="Consolas"/>
              </a:rPr>
              <a:t>StatusPanel</a:t>
            </a:r>
            <a:r>
              <a:rPr sz="1300" b="0" i="0">
                <a:solidFill>
                  <a:srgbClr val="E6EDF3"/>
                </a:solidFill>
                <a:latin typeface="Consolas"/>
              </a:rPr>
              <a:t>(simulation.</a:t>
            </a:r>
            <a:r>
              <a:rPr sz="1300" b="0" i="0">
                <a:solidFill>
                  <a:srgbClr val="79D6BE"/>
                </a:solidFill>
                <a:latin typeface="Consolas"/>
              </a:rPr>
              <a:t>State</a:t>
            </a:r>
            <a:r>
              <a:rPr sz="1300" b="0" i="0">
                <a:solidFill>
                  <a:srgbClr val="E6EDF3"/>
                </a:solidFill>
                <a:latin typeface="Consolas"/>
              </a:rPr>
              <a:t>);</a:t>
            </a:r>
          </a:p>
          <a:p>
            <a:pPr algn="l">
              <a:lnSpc>
                <a:spcPct val="100000"/>
              </a:lnSpc>
              <a:spcAft>
                <a:spcPts val="0"/>
              </a:spcAft>
            </a:pPr>
            <a:r>
              <a:rPr sz="1300" b="0" i="0">
                <a:solidFill>
                  <a:srgbClr val="E6EDF3"/>
                </a:solidFill>
                <a:latin typeface="Consolas"/>
              </a:rPr>
              <a:t>}</a:t>
            </a:r>
          </a:p>
        </p:txBody>
      </p:sp>
      <p:sp>
        <p:nvSpPr>
          <p:cNvPr id="7" name="TextBox 6"/>
          <p:cNvSpPr txBox="1"/>
          <p:nvPr/>
        </p:nvSpPr>
        <p:spPr>
          <a:xfrm>
            <a:off x="777240" y="6331203"/>
            <a:ext cx="10637215" cy="822960"/>
          </a:xfrm>
          <a:prstGeom prst="rect">
            <a:avLst/>
          </a:prstGeom>
          <a:noFill/>
        </p:spPr>
        <p:txBody>
          <a:bodyPr wrap="square" lIns="0" tIns="0" rIns="0" bIns="0" anchor="t">
            <a:spAutoFit/>
          </a:bodyPr>
          <a:lstStyle/>
          <a:p>
            <a:pPr algn="l">
              <a:lnSpc>
                <a:spcPct val="125000"/>
              </a:lnSpc>
              <a:spcAft>
                <a:spcPts val="600"/>
              </a:spcAft>
            </a:pPr>
            <a:r>
              <a:rPr sz="1600" b="0" i="0">
                <a:solidFill>
                  <a:srgbClr val="8B949E"/>
                </a:solidFill>
                <a:latin typeface="Segoe UI"/>
              </a:rPr>
              <a:t>The tick is the host's business in milestone 1. </a:t>
            </a:r>
            <a:r>
              <a:rPr sz="1600" b="0" i="0">
                <a:solidFill>
                  <a:srgbClr val="F0B429"/>
                </a:solidFill>
                <a:latin typeface="Segoe UI"/>
              </a:rPr>
              <a:t>Milestone 2 moves it into the context provider — advancing the world is an ambient concern of the turn, not of whichever UI is attached.</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D1117"/>
        </a:solidFill>
        <a:effectLst/>
      </p:bgPr>
    </p:bg>
    <p:spTree>
      <p:nvGrpSpPr>
        <p:cNvPr id="1" name=""/>
        <p:cNvGrpSpPr/>
        <p:nvPr/>
      </p:nvGrpSpPr>
      <p:grpSpPr>
        <a:xfrm>
          <a:off x="0" y="0"/>
          <a:ext cx="0" cy="0"/>
          <a:chOff x="0" y="0"/>
          <a:chExt cx="0" cy="0"/>
        </a:xfrm>
      </p:grpSpPr>
      <p:sp>
        <p:nvSpPr>
          <p:cNvPr id="2" name="TextBox 1"/>
          <p:cNvSpPr txBox="1"/>
          <p:nvPr/>
        </p:nvSpPr>
        <p:spPr>
          <a:xfrm>
            <a:off x="777240" y="502920"/>
            <a:ext cx="10637215" cy="274320"/>
          </a:xfrm>
          <a:prstGeom prst="rect">
            <a:avLst/>
          </a:prstGeom>
          <a:noFill/>
        </p:spPr>
        <p:txBody>
          <a:bodyPr wrap="square" lIns="0" tIns="0" rIns="0" bIns="0" anchor="t">
            <a:spAutoFit/>
          </a:bodyPr>
          <a:lstStyle/>
          <a:p>
            <a:pPr algn="l">
              <a:lnSpc>
                <a:spcPct val="115000"/>
              </a:lnSpc>
              <a:spcAft>
                <a:spcPts val="800"/>
              </a:spcAft>
            </a:pPr>
            <a:r>
              <a:rPr sz="1300" b="1" i="0">
                <a:solidFill>
                  <a:srgbClr val="F0B429"/>
                </a:solidFill>
                <a:latin typeface="Consolas"/>
              </a:rPr>
              <a:t>src/ShipAI.Console/Program.cs — RunAuroraTurnAsync</a:t>
            </a:r>
          </a:p>
        </p:txBody>
      </p:sp>
      <p:sp>
        <p:nvSpPr>
          <p:cNvPr id="3" name="TextBox 2"/>
          <p:cNvSpPr txBox="1"/>
          <p:nvPr/>
        </p:nvSpPr>
        <p:spPr>
          <a:xfrm>
            <a:off x="777240" y="914400"/>
            <a:ext cx="10637215" cy="1005840"/>
          </a:xfrm>
          <a:prstGeom prst="rect">
            <a:avLst/>
          </a:prstGeom>
          <a:noFill/>
        </p:spPr>
        <p:txBody>
          <a:bodyPr wrap="square" lIns="0" tIns="0" rIns="0" bIns="0" anchor="t">
            <a:spAutoFit/>
          </a:bodyPr>
          <a:lstStyle/>
          <a:p>
            <a:pPr algn="l">
              <a:lnSpc>
                <a:spcPct val="115000"/>
              </a:lnSpc>
              <a:spcAft>
                <a:spcPts val="800"/>
              </a:spcAft>
            </a:pPr>
            <a:r>
              <a:rPr sz="3600" b="1" i="0">
                <a:solidFill>
                  <a:srgbClr val="E6EDF3"/>
                </a:solidFill>
                <a:latin typeface="Segoe UI"/>
              </a:rPr>
              <a:t>One turn, streamed to the bridge</a:t>
            </a:r>
          </a:p>
        </p:txBody>
      </p:sp>
      <p:sp>
        <p:nvSpPr>
          <p:cNvPr id="4" name="Rectangle 3"/>
          <p:cNvSpPr/>
          <p:nvPr/>
        </p:nvSpPr>
        <p:spPr>
          <a:xfrm>
            <a:off x="777240" y="1920240"/>
            <a:ext cx="10637215" cy="3029712"/>
          </a:xfrm>
          <a:prstGeom prst="rect">
            <a:avLst/>
          </a:prstGeom>
          <a:solidFill>
            <a:srgbClr val="0F141C"/>
          </a:solidFill>
          <a:ln w="12700">
            <a:solidFill>
              <a:srgbClr val="3036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777240" y="1920240"/>
            <a:ext cx="38100" cy="3029712"/>
          </a:xfrm>
          <a:prstGeom prst="rect">
            <a:avLst/>
          </a:prstGeom>
          <a:solidFill>
            <a:srgbClr val="3036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051560" y="2103120"/>
            <a:ext cx="10134295" cy="2663952"/>
          </a:xfrm>
          <a:prstGeom prst="rect">
            <a:avLst/>
          </a:prstGeom>
          <a:noFill/>
        </p:spPr>
        <p:txBody>
          <a:bodyPr wrap="square" lIns="0" tIns="0" rIns="0" bIns="0" anchor="t">
            <a:spAutoFit/>
          </a:bodyPr>
          <a:lstStyle/>
          <a:p>
            <a:pPr algn="l">
              <a:lnSpc>
                <a:spcPct val="100000"/>
              </a:lnSpc>
              <a:spcAft>
                <a:spcPts val="0"/>
              </a:spcAft>
            </a:pPr>
            <a:r>
              <a:rPr sz="1400" b="0" i="0">
                <a:solidFill>
                  <a:srgbClr val="7FB6FF"/>
                </a:solidFill>
                <a:latin typeface="Consolas"/>
              </a:rPr>
              <a:t>await</a:t>
            </a:r>
            <a:r>
              <a:rPr sz="1400" b="0" i="0">
                <a:solidFill>
                  <a:srgbClr val="E6EDF3"/>
                </a:solidFill>
                <a:latin typeface="Consolas"/>
              </a:rPr>
              <a:t> </a:t>
            </a:r>
            <a:r>
              <a:rPr sz="1400" b="0" i="0">
                <a:solidFill>
                  <a:srgbClr val="7FB6FF"/>
                </a:solidFill>
                <a:latin typeface="Consolas"/>
              </a:rPr>
              <a:t>foreach</a:t>
            </a:r>
            <a:r>
              <a:rPr sz="1400" b="0" i="0">
                <a:solidFill>
                  <a:srgbClr val="E6EDF3"/>
                </a:solidFill>
                <a:latin typeface="Consolas"/>
              </a:rPr>
              <a:t> (</a:t>
            </a:r>
            <a:r>
              <a:rPr sz="1400" b="0" i="0">
                <a:solidFill>
                  <a:srgbClr val="7FB6FF"/>
                </a:solidFill>
                <a:latin typeface="Consolas"/>
              </a:rPr>
              <a:t>var</a:t>
            </a:r>
            <a:r>
              <a:rPr sz="1400" b="0" i="0">
                <a:solidFill>
                  <a:srgbClr val="E6EDF3"/>
                </a:solidFill>
                <a:latin typeface="Consolas"/>
              </a:rPr>
              <a:t> update </a:t>
            </a:r>
            <a:r>
              <a:rPr sz="1400" b="0" i="0">
                <a:solidFill>
                  <a:srgbClr val="7FB6FF"/>
                </a:solidFill>
                <a:latin typeface="Consolas"/>
              </a:rPr>
              <a:t>in</a:t>
            </a:r>
            <a:r>
              <a:rPr sz="1400" b="0" i="0">
                <a:solidFill>
                  <a:srgbClr val="E6EDF3"/>
                </a:solidFill>
                <a:latin typeface="Consolas"/>
              </a:rPr>
              <a:t> aurora.</a:t>
            </a:r>
            <a:r>
              <a:rPr sz="1400" b="0" i="0">
                <a:solidFill>
                  <a:srgbClr val="79D6BE"/>
                </a:solidFill>
                <a:latin typeface="Consolas"/>
              </a:rPr>
              <a:t>RunStreamingAsync</a:t>
            </a:r>
            <a:r>
              <a:rPr sz="1400" b="0" i="0">
                <a:solidFill>
                  <a:srgbClr val="E6EDF3"/>
                </a:solidFill>
                <a:latin typeface="Consolas"/>
              </a:rPr>
              <a:t>(order, session))</a:t>
            </a:r>
          </a:p>
          <a:p>
            <a:pPr algn="l">
              <a:lnSpc>
                <a:spcPct val="100000"/>
              </a:lnSpc>
              <a:spcAft>
                <a:spcPts val="0"/>
              </a:spcAft>
            </a:pPr>
            <a:r>
              <a:rPr sz="1400" b="0" i="0">
                <a:solidFill>
                  <a:srgbClr val="E6EDF3"/>
                </a:solidFill>
                <a:latin typeface="Consolas"/>
              </a:rPr>
              <a:t>{</a:t>
            </a:r>
          </a:p>
          <a:p>
            <a:pPr algn="l">
              <a:lnSpc>
                <a:spcPct val="100000"/>
              </a:lnSpc>
              <a:spcAft>
                <a:spcPts val="0"/>
              </a:spcAft>
            </a:pPr>
            <a:r>
              <a:rPr sz="1400" b="0" i="0">
                <a:solidFill>
                  <a:srgbClr val="E6EDF3"/>
                </a:solidFill>
                <a:latin typeface="Consolas"/>
              </a:rPr>
              <a:t>    </a:t>
            </a:r>
            <a:r>
              <a:rPr sz="1400" b="0" i="0">
                <a:solidFill>
                  <a:srgbClr val="7FB6FF"/>
                </a:solidFill>
                <a:latin typeface="Consolas"/>
              </a:rPr>
              <a:t>foreach</a:t>
            </a:r>
            <a:r>
              <a:rPr sz="1400" b="0" i="0">
                <a:solidFill>
                  <a:srgbClr val="E6EDF3"/>
                </a:solidFill>
                <a:latin typeface="Consolas"/>
              </a:rPr>
              <a:t> (</a:t>
            </a:r>
            <a:r>
              <a:rPr sz="1400" b="0" i="0">
                <a:solidFill>
                  <a:srgbClr val="7FB6FF"/>
                </a:solidFill>
                <a:latin typeface="Consolas"/>
              </a:rPr>
              <a:t>var</a:t>
            </a:r>
            <a:r>
              <a:rPr sz="1400" b="0" i="0">
                <a:solidFill>
                  <a:srgbClr val="E6EDF3"/>
                </a:solidFill>
                <a:latin typeface="Consolas"/>
              </a:rPr>
              <a:t> call </a:t>
            </a:r>
            <a:r>
              <a:rPr sz="1400" b="0" i="0">
                <a:solidFill>
                  <a:srgbClr val="7FB6FF"/>
                </a:solidFill>
                <a:latin typeface="Consolas"/>
              </a:rPr>
              <a:t>in</a:t>
            </a:r>
            <a:r>
              <a:rPr sz="1400" b="0" i="0">
                <a:solidFill>
                  <a:srgbClr val="E6EDF3"/>
                </a:solidFill>
                <a:latin typeface="Consolas"/>
              </a:rPr>
              <a:t> update.</a:t>
            </a:r>
            <a:r>
              <a:rPr sz="1400" b="0" i="0">
                <a:solidFill>
                  <a:srgbClr val="79D6BE"/>
                </a:solidFill>
                <a:latin typeface="Consolas"/>
              </a:rPr>
              <a:t>Contents</a:t>
            </a:r>
            <a:r>
              <a:rPr sz="1400" b="0" i="0">
                <a:solidFill>
                  <a:srgbClr val="E6EDF3"/>
                </a:solidFill>
                <a:latin typeface="Consolas"/>
              </a:rPr>
              <a:t>.</a:t>
            </a:r>
            <a:r>
              <a:rPr sz="1400" b="0" i="0">
                <a:solidFill>
                  <a:srgbClr val="79D6BE"/>
                </a:solidFill>
                <a:latin typeface="Consolas"/>
              </a:rPr>
              <a:t>OfType</a:t>
            </a:r>
            <a:r>
              <a:rPr sz="1400" b="0" i="0">
                <a:solidFill>
                  <a:srgbClr val="E6EDF3"/>
                </a:solidFill>
                <a:latin typeface="Consolas"/>
              </a:rPr>
              <a:t>&lt;</a:t>
            </a:r>
            <a:r>
              <a:rPr sz="1400" b="0" i="0">
                <a:solidFill>
                  <a:srgbClr val="79D6BE"/>
                </a:solidFill>
                <a:latin typeface="Consolas"/>
              </a:rPr>
              <a:t>FunctionCallContent</a:t>
            </a:r>
            <a:r>
              <a:rPr sz="1400" b="0" i="0">
                <a:solidFill>
                  <a:srgbClr val="E6EDF3"/>
                </a:solidFill>
                <a:latin typeface="Consolas"/>
              </a:rPr>
              <a:t>&gt;())</a:t>
            </a:r>
          </a:p>
          <a:p>
            <a:pPr algn="l">
              <a:lnSpc>
                <a:spcPct val="100000"/>
              </a:lnSpc>
              <a:spcAft>
                <a:spcPts val="0"/>
              </a:spcAft>
            </a:pPr>
            <a:r>
              <a:rPr sz="1400" b="0" i="0">
                <a:solidFill>
                  <a:srgbClr val="E6EDF3"/>
                </a:solidFill>
                <a:latin typeface="Consolas"/>
              </a:rPr>
              <a:t>    {</a:t>
            </a:r>
          </a:p>
          <a:p>
            <a:pPr algn="l">
              <a:lnSpc>
                <a:spcPct val="100000"/>
              </a:lnSpc>
              <a:spcAft>
                <a:spcPts val="0"/>
              </a:spcAft>
            </a:pPr>
            <a:r>
              <a:rPr sz="1400" b="0" i="0">
                <a:solidFill>
                  <a:srgbClr val="E6EDF3"/>
                </a:solidFill>
                <a:latin typeface="Consolas"/>
              </a:rPr>
              <a:t>        </a:t>
            </a:r>
            <a:r>
              <a:rPr sz="1400" b="0" i="0">
                <a:solidFill>
                  <a:srgbClr val="79D6BE"/>
                </a:solidFill>
                <a:latin typeface="Consolas"/>
              </a:rPr>
              <a:t>ShipConsole</a:t>
            </a:r>
            <a:r>
              <a:rPr sz="1400" b="0" i="0">
                <a:solidFill>
                  <a:srgbClr val="E6EDF3"/>
                </a:solidFill>
                <a:latin typeface="Consolas"/>
              </a:rPr>
              <a:t>.</a:t>
            </a:r>
            <a:r>
              <a:rPr sz="1400" b="0" i="0">
                <a:solidFill>
                  <a:srgbClr val="79D6BE"/>
                </a:solidFill>
                <a:latin typeface="Consolas"/>
              </a:rPr>
              <a:t>ToolCall</a:t>
            </a:r>
            <a:r>
              <a:rPr sz="1400" b="0" i="0">
                <a:solidFill>
                  <a:srgbClr val="E6EDF3"/>
                </a:solidFill>
                <a:latin typeface="Consolas"/>
              </a:rPr>
              <a:t>(call.</a:t>
            </a:r>
            <a:r>
              <a:rPr sz="1400" b="0" i="0">
                <a:solidFill>
                  <a:srgbClr val="79D6BE"/>
                </a:solidFill>
                <a:latin typeface="Consolas"/>
              </a:rPr>
              <a:t>Name</a:t>
            </a:r>
            <a:r>
              <a:rPr sz="1400" b="0" i="0">
                <a:solidFill>
                  <a:srgbClr val="E6EDF3"/>
                </a:solidFill>
                <a:latin typeface="Consolas"/>
              </a:rPr>
              <a:t>, </a:t>
            </a:r>
            <a:r>
              <a:rPr sz="1400" b="0" i="0">
                <a:solidFill>
                  <a:srgbClr val="79D6BE"/>
                </a:solidFill>
                <a:latin typeface="Consolas"/>
              </a:rPr>
              <a:t>SensorTools</a:t>
            </a:r>
            <a:r>
              <a:rPr sz="1400" b="0" i="0">
                <a:solidFill>
                  <a:srgbClr val="E6EDF3"/>
                </a:solidFill>
                <a:latin typeface="Consolas"/>
              </a:rPr>
              <a:t>.</a:t>
            </a:r>
            <a:r>
              <a:rPr sz="1400" b="0" i="0">
                <a:solidFill>
                  <a:srgbClr val="79D6BE"/>
                </a:solidFill>
                <a:latin typeface="Consolas"/>
              </a:rPr>
              <a:t>ToolNames</a:t>
            </a:r>
            <a:r>
              <a:rPr sz="1400" b="0" i="0">
                <a:solidFill>
                  <a:srgbClr val="E6EDF3"/>
                </a:solidFill>
                <a:latin typeface="Consolas"/>
              </a:rPr>
              <a:t>.</a:t>
            </a:r>
            <a:r>
              <a:rPr sz="1400" b="0" i="0">
                <a:solidFill>
                  <a:srgbClr val="79D6BE"/>
                </a:solidFill>
                <a:latin typeface="Consolas"/>
              </a:rPr>
              <a:t>Contains</a:t>
            </a:r>
            <a:r>
              <a:rPr sz="1400" b="0" i="0">
                <a:solidFill>
                  <a:srgbClr val="E6EDF3"/>
                </a:solidFill>
                <a:latin typeface="Consolas"/>
              </a:rPr>
              <a:t>(call.</a:t>
            </a:r>
            <a:r>
              <a:rPr sz="1400" b="0" i="0">
                <a:solidFill>
                  <a:srgbClr val="79D6BE"/>
                </a:solidFill>
                <a:latin typeface="Consolas"/>
              </a:rPr>
              <a:t>Name</a:t>
            </a:r>
            <a:r>
              <a:rPr sz="1400" b="0" i="0">
                <a:solidFill>
                  <a:srgbClr val="E6EDF3"/>
                </a:solidFill>
                <a:latin typeface="Consolas"/>
              </a:rPr>
              <a:t>));</a:t>
            </a:r>
          </a:p>
          <a:p>
            <a:pPr algn="l">
              <a:lnSpc>
                <a:spcPct val="100000"/>
              </a:lnSpc>
              <a:spcAft>
                <a:spcPts val="0"/>
              </a:spcAft>
            </a:pPr>
            <a:r>
              <a:rPr sz="1400" b="0" i="0">
                <a:solidFill>
                  <a:srgbClr val="E6EDF3"/>
                </a:solidFill>
                <a:latin typeface="Consolas"/>
              </a:rPr>
              <a:t>    }</a:t>
            </a:r>
          </a:p>
          <a:p>
            <a:pPr algn="l">
              <a:lnSpc>
                <a:spcPct val="100000"/>
              </a:lnSpc>
              <a:spcAft>
                <a:spcPts val="0"/>
              </a:spcAft>
            </a:pPr>
            <a:r>
              <a:rPr sz="1400" b="0" i="0">
                <a:solidFill>
                  <a:srgbClr val="E6EDF3"/>
                </a:solidFill>
                <a:latin typeface="Consolas"/>
              </a:rPr>
              <a:t> </a:t>
            </a:r>
          </a:p>
          <a:p>
            <a:pPr algn="l">
              <a:lnSpc>
                <a:spcPct val="100000"/>
              </a:lnSpc>
              <a:spcAft>
                <a:spcPts val="0"/>
              </a:spcAft>
            </a:pPr>
            <a:r>
              <a:rPr sz="1400" b="0" i="0">
                <a:solidFill>
                  <a:srgbClr val="E6EDF3"/>
                </a:solidFill>
                <a:latin typeface="Consolas"/>
              </a:rPr>
              <a:t>    </a:t>
            </a:r>
            <a:r>
              <a:rPr sz="1400" b="0" i="0">
                <a:solidFill>
                  <a:srgbClr val="7FB6FF"/>
                </a:solidFill>
                <a:latin typeface="Consolas"/>
              </a:rPr>
              <a:t>if</a:t>
            </a:r>
            <a:r>
              <a:rPr sz="1400" b="0" i="0">
                <a:solidFill>
                  <a:srgbClr val="E6EDF3"/>
                </a:solidFill>
                <a:latin typeface="Consolas"/>
              </a:rPr>
              <a:t> (update.</a:t>
            </a:r>
            <a:r>
              <a:rPr sz="1400" b="0" i="0">
                <a:solidFill>
                  <a:srgbClr val="79D6BE"/>
                </a:solidFill>
                <a:latin typeface="Consolas"/>
              </a:rPr>
              <a:t>Text</a:t>
            </a:r>
            <a:r>
              <a:rPr sz="1400" b="0" i="0">
                <a:solidFill>
                  <a:srgbClr val="E6EDF3"/>
                </a:solidFill>
                <a:latin typeface="Consolas"/>
              </a:rPr>
              <a:t> </a:t>
            </a:r>
            <a:r>
              <a:rPr sz="1400" b="0" i="0">
                <a:solidFill>
                  <a:srgbClr val="7FB6FF"/>
                </a:solidFill>
                <a:latin typeface="Consolas"/>
              </a:rPr>
              <a:t>is</a:t>
            </a:r>
            <a:r>
              <a:rPr sz="1400" b="0" i="0">
                <a:solidFill>
                  <a:srgbClr val="E6EDF3"/>
                </a:solidFill>
                <a:latin typeface="Consolas"/>
              </a:rPr>
              <a:t> { </a:t>
            </a:r>
            <a:r>
              <a:rPr sz="1400" b="0" i="0">
                <a:solidFill>
                  <a:srgbClr val="79D6BE"/>
                </a:solidFill>
                <a:latin typeface="Consolas"/>
              </a:rPr>
              <a:t>Length</a:t>
            </a:r>
            <a:r>
              <a:rPr sz="1400" b="0" i="0">
                <a:solidFill>
                  <a:srgbClr val="E6EDF3"/>
                </a:solidFill>
                <a:latin typeface="Consolas"/>
              </a:rPr>
              <a:t>: &gt; </a:t>
            </a:r>
            <a:r>
              <a:rPr sz="1400" b="0" i="0">
                <a:solidFill>
                  <a:srgbClr val="E8A87C"/>
                </a:solidFill>
                <a:latin typeface="Consolas"/>
              </a:rPr>
              <a:t>0</a:t>
            </a:r>
            <a:r>
              <a:rPr sz="1400" b="0" i="0">
                <a:solidFill>
                  <a:srgbClr val="E6EDF3"/>
                </a:solidFill>
                <a:latin typeface="Consolas"/>
              </a:rPr>
              <a:t> } text)</a:t>
            </a:r>
          </a:p>
          <a:p>
            <a:pPr algn="l">
              <a:lnSpc>
                <a:spcPct val="100000"/>
              </a:lnSpc>
              <a:spcAft>
                <a:spcPts val="0"/>
              </a:spcAft>
            </a:pPr>
            <a:r>
              <a:rPr sz="1400" b="0" i="0">
                <a:solidFill>
                  <a:srgbClr val="E6EDF3"/>
                </a:solidFill>
                <a:latin typeface="Consolas"/>
              </a:rPr>
              <a:t>    {</a:t>
            </a:r>
          </a:p>
          <a:p>
            <a:pPr algn="l">
              <a:lnSpc>
                <a:spcPct val="100000"/>
              </a:lnSpc>
              <a:spcAft>
                <a:spcPts val="0"/>
              </a:spcAft>
            </a:pPr>
            <a:r>
              <a:rPr sz="1400" b="0" i="0">
                <a:solidFill>
                  <a:srgbClr val="E6EDF3"/>
                </a:solidFill>
                <a:latin typeface="Consolas"/>
              </a:rPr>
              <a:t>        </a:t>
            </a:r>
            <a:r>
              <a:rPr sz="1400" b="0" i="0">
                <a:solidFill>
                  <a:srgbClr val="79D6BE"/>
                </a:solidFill>
                <a:latin typeface="Consolas"/>
              </a:rPr>
              <a:t>ShipConsole</a:t>
            </a:r>
            <a:r>
              <a:rPr sz="1400" b="0" i="0">
                <a:solidFill>
                  <a:srgbClr val="E6EDF3"/>
                </a:solidFill>
                <a:latin typeface="Consolas"/>
              </a:rPr>
              <a:t>.</a:t>
            </a:r>
            <a:r>
              <a:rPr sz="1400" b="0" i="0">
                <a:solidFill>
                  <a:srgbClr val="79D6BE"/>
                </a:solidFill>
                <a:latin typeface="Consolas"/>
              </a:rPr>
              <a:t>Aurora</a:t>
            </a:r>
            <a:r>
              <a:rPr sz="1400" b="0" i="0">
                <a:solidFill>
                  <a:srgbClr val="E6EDF3"/>
                </a:solidFill>
                <a:latin typeface="Consolas"/>
              </a:rPr>
              <a:t>(text);</a:t>
            </a:r>
          </a:p>
          <a:p>
            <a:pPr algn="l">
              <a:lnSpc>
                <a:spcPct val="100000"/>
              </a:lnSpc>
              <a:spcAft>
                <a:spcPts val="0"/>
              </a:spcAft>
            </a:pPr>
            <a:r>
              <a:rPr sz="1400" b="0" i="0">
                <a:solidFill>
                  <a:srgbClr val="E6EDF3"/>
                </a:solidFill>
                <a:latin typeface="Consolas"/>
              </a:rPr>
              <a:t>    }</a:t>
            </a:r>
          </a:p>
          <a:p>
            <a:pPr algn="l">
              <a:lnSpc>
                <a:spcPct val="100000"/>
              </a:lnSpc>
              <a:spcAft>
                <a:spcPts val="0"/>
              </a:spcAft>
            </a:pPr>
            <a:r>
              <a:rPr sz="1400" b="0" i="0">
                <a:solidFill>
                  <a:srgbClr val="E6EDF3"/>
                </a:solidFill>
                <a:latin typeface="Consolas"/>
              </a:rPr>
              <a:t>}</a:t>
            </a:r>
          </a:p>
        </p:txBody>
      </p:sp>
      <p:sp>
        <p:nvSpPr>
          <p:cNvPr id="7" name="TextBox 6"/>
          <p:cNvSpPr txBox="1"/>
          <p:nvPr/>
        </p:nvSpPr>
        <p:spPr>
          <a:xfrm>
            <a:off x="777240" y="5269992"/>
            <a:ext cx="10637215" cy="822960"/>
          </a:xfrm>
          <a:prstGeom prst="rect">
            <a:avLst/>
          </a:prstGeom>
          <a:noFill/>
        </p:spPr>
        <p:txBody>
          <a:bodyPr wrap="square" lIns="0" tIns="0" rIns="0" bIns="0" anchor="t">
            <a:spAutoFit/>
          </a:bodyPr>
          <a:lstStyle/>
          <a:p>
            <a:pPr algn="l">
              <a:lnSpc>
                <a:spcPct val="125000"/>
              </a:lnSpc>
              <a:spcAft>
                <a:spcPts val="600"/>
              </a:spcAft>
            </a:pPr>
            <a:r>
              <a:rPr sz="1700" b="0" i="0">
                <a:solidFill>
                  <a:srgbClr val="8B949E"/>
                </a:solidFill>
                <a:latin typeface="Segoe UI"/>
              </a:rPr>
              <a:t>Every update off this stream is one of two things: text to print, or "a tool got called." They look identical unless you check the name — </a:t>
            </a:r>
            <a:r>
              <a:rPr sz="1700" b="0" i="0">
                <a:solidFill>
                  <a:srgbClr val="8B949E"/>
                </a:solidFill>
                <a:latin typeface="Consolas"/>
              </a:rPr>
              <a:t>todos_add</a:t>
            </a:r>
            <a:r>
              <a:rPr sz="1700" b="0" i="0">
                <a:solidFill>
                  <a:srgbClr val="8B949E"/>
                </a:solidFill>
                <a:latin typeface="Segoe UI"/>
              </a:rPr>
              <a:t> (the framework tidying its own list) and </a:t>
            </a:r>
            <a:r>
              <a:rPr sz="1700" b="0" i="0">
                <a:solidFill>
                  <a:srgbClr val="8B949E"/>
                </a:solidFill>
                <a:latin typeface="Consolas"/>
              </a:rPr>
              <a:t>ScanSector</a:t>
            </a:r>
            <a:r>
              <a:rPr sz="1700" b="0" i="0">
                <a:solidFill>
                  <a:srgbClr val="8B949E"/>
                </a:solidFill>
                <a:latin typeface="Segoe UI"/>
              </a:rPr>
              <a:t> (the ship actually doing something) arrive on the exact same channel.</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D1117"/>
        </a:solidFill>
        <a:effectLst/>
      </p:bgPr>
    </p:bg>
    <p:spTree>
      <p:nvGrpSpPr>
        <p:cNvPr id="1" name=""/>
        <p:cNvGrpSpPr/>
        <p:nvPr/>
      </p:nvGrpSpPr>
      <p:grpSpPr>
        <a:xfrm>
          <a:off x="0" y="0"/>
          <a:ext cx="0" cy="0"/>
          <a:chOff x="0" y="0"/>
          <a:chExt cx="0" cy="0"/>
        </a:xfrm>
      </p:grpSpPr>
      <p:sp>
        <p:nvSpPr>
          <p:cNvPr id="2" name="TextBox 1"/>
          <p:cNvSpPr txBox="1"/>
          <p:nvPr/>
        </p:nvSpPr>
        <p:spPr>
          <a:xfrm>
            <a:off x="777240" y="502920"/>
            <a:ext cx="10637215" cy="274320"/>
          </a:xfrm>
          <a:prstGeom prst="rect">
            <a:avLst/>
          </a:prstGeom>
          <a:noFill/>
        </p:spPr>
        <p:txBody>
          <a:bodyPr wrap="square" lIns="0" tIns="0" rIns="0" bIns="0" anchor="t">
            <a:spAutoFit/>
          </a:bodyPr>
          <a:lstStyle/>
          <a:p>
            <a:pPr algn="l">
              <a:lnSpc>
                <a:spcPct val="115000"/>
              </a:lnSpc>
              <a:spcAft>
                <a:spcPts val="800"/>
              </a:spcAft>
            </a:pPr>
            <a:r>
              <a:rPr sz="1300" b="1" i="0">
                <a:solidFill>
                  <a:srgbClr val="F0B429"/>
                </a:solidFill>
                <a:latin typeface="Consolas"/>
              </a:rPr>
              <a:t>src/ShipAI.Agent/ShipAgentFactory.cs</a:t>
            </a:r>
          </a:p>
        </p:txBody>
      </p:sp>
      <p:sp>
        <p:nvSpPr>
          <p:cNvPr id="3" name="TextBox 2"/>
          <p:cNvSpPr txBox="1"/>
          <p:nvPr/>
        </p:nvSpPr>
        <p:spPr>
          <a:xfrm>
            <a:off x="777240" y="914400"/>
            <a:ext cx="10637215" cy="1005840"/>
          </a:xfrm>
          <a:prstGeom prst="rect">
            <a:avLst/>
          </a:prstGeom>
          <a:noFill/>
        </p:spPr>
        <p:txBody>
          <a:bodyPr wrap="square" lIns="0" tIns="0" rIns="0" bIns="0" anchor="t">
            <a:spAutoFit/>
          </a:bodyPr>
          <a:lstStyle/>
          <a:p>
            <a:pPr algn="l">
              <a:lnSpc>
                <a:spcPct val="115000"/>
              </a:lnSpc>
              <a:spcAft>
                <a:spcPts val="800"/>
              </a:spcAft>
            </a:pPr>
            <a:r>
              <a:rPr sz="3600" b="1" i="0">
                <a:solidFill>
                  <a:srgbClr val="E6EDF3"/>
                </a:solidFill>
                <a:latin typeface="Segoe UI"/>
              </a:rPr>
              <a:t>The composition root</a:t>
            </a:r>
          </a:p>
        </p:txBody>
      </p:sp>
      <p:sp>
        <p:nvSpPr>
          <p:cNvPr id="4" name="Rectangle 3"/>
          <p:cNvSpPr/>
          <p:nvPr/>
        </p:nvSpPr>
        <p:spPr>
          <a:xfrm>
            <a:off x="777240" y="1783080"/>
            <a:ext cx="10637215" cy="4163568"/>
          </a:xfrm>
          <a:prstGeom prst="rect">
            <a:avLst/>
          </a:prstGeom>
          <a:solidFill>
            <a:srgbClr val="0F141C"/>
          </a:solidFill>
          <a:ln w="12700">
            <a:solidFill>
              <a:srgbClr val="3036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777240" y="1783080"/>
            <a:ext cx="38100" cy="4163568"/>
          </a:xfrm>
          <a:prstGeom prst="rect">
            <a:avLst/>
          </a:prstGeom>
          <a:solidFill>
            <a:srgbClr val="3036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051560" y="1965960"/>
            <a:ext cx="10134295" cy="3797808"/>
          </a:xfrm>
          <a:prstGeom prst="rect">
            <a:avLst/>
          </a:prstGeom>
          <a:noFill/>
        </p:spPr>
        <p:txBody>
          <a:bodyPr wrap="square" lIns="0" tIns="0" rIns="0" bIns="0" anchor="t">
            <a:spAutoFit/>
          </a:bodyPr>
          <a:lstStyle/>
          <a:p>
            <a:pPr algn="l">
              <a:lnSpc>
                <a:spcPct val="100000"/>
              </a:lnSpc>
              <a:spcAft>
                <a:spcPts val="0"/>
              </a:spcAft>
            </a:pPr>
            <a:r>
              <a:rPr sz="1200" b="0" i="0">
                <a:solidFill>
                  <a:srgbClr val="7FB6FF"/>
                </a:solidFill>
                <a:latin typeface="Consolas"/>
              </a:rPr>
              <a:t>var</a:t>
            </a:r>
            <a:r>
              <a:rPr sz="1200" b="0" i="0">
                <a:solidFill>
                  <a:srgbClr val="E6EDF3"/>
                </a:solidFill>
                <a:latin typeface="Consolas"/>
              </a:rPr>
              <a:t> options = </a:t>
            </a:r>
            <a:r>
              <a:rPr sz="1200" b="0" i="0">
                <a:solidFill>
                  <a:srgbClr val="7FB6FF"/>
                </a:solidFill>
                <a:latin typeface="Consolas"/>
              </a:rPr>
              <a:t>new</a:t>
            </a:r>
            <a:r>
              <a:rPr sz="1200" b="0" i="0">
                <a:solidFill>
                  <a:srgbClr val="E6EDF3"/>
                </a:solidFill>
                <a:latin typeface="Consolas"/>
              </a:rPr>
              <a:t> </a:t>
            </a:r>
            <a:r>
              <a:rPr sz="1200" b="0" i="0">
                <a:solidFill>
                  <a:srgbClr val="79D6BE"/>
                </a:solidFill>
                <a:latin typeface="Consolas"/>
              </a:rPr>
              <a:t>HarnessAgentOptions</a:t>
            </a:r>
          </a:p>
          <a:p>
            <a:pPr algn="l">
              <a:lnSpc>
                <a:spcPct val="100000"/>
              </a:lnSpc>
              <a:spcAft>
                <a:spcPts val="0"/>
              </a:spcAft>
            </a:pPr>
            <a:r>
              <a:rPr sz="1200" b="0" i="0">
                <a:solidFill>
                  <a:srgbClr val="E6EDF3"/>
                </a:solidFill>
                <a:latin typeface="Consolas"/>
              </a:rPr>
              <a:t>{</a:t>
            </a:r>
          </a:p>
          <a:p>
            <a:pPr algn="l">
              <a:lnSpc>
                <a:spcPct val="100000"/>
              </a:lnSpc>
              <a:spcAft>
                <a:spcPts val="0"/>
              </a:spcAft>
            </a:pPr>
            <a:r>
              <a:rPr sz="1200" b="0" i="0">
                <a:solidFill>
                  <a:srgbClr val="E6EDF3"/>
                </a:solidFill>
                <a:latin typeface="Consolas"/>
              </a:rPr>
              <a:t>    </a:t>
            </a:r>
            <a:r>
              <a:rPr sz="1200" b="0" i="0">
                <a:solidFill>
                  <a:srgbClr val="79D6BE"/>
                </a:solidFill>
                <a:latin typeface="Consolas"/>
              </a:rPr>
              <a:t>Name</a:t>
            </a:r>
            <a:r>
              <a:rPr sz="1200" b="0" i="0">
                <a:solidFill>
                  <a:srgbClr val="E6EDF3"/>
                </a:solidFill>
                <a:latin typeface="Consolas"/>
              </a:rPr>
              <a:t>                = </a:t>
            </a:r>
            <a:r>
              <a:rPr sz="1200" b="0" i="0">
                <a:solidFill>
                  <a:srgbClr val="9FD98A"/>
                </a:solidFill>
                <a:latin typeface="Consolas"/>
              </a:rPr>
              <a:t>"AURORA"</a:t>
            </a:r>
            <a:r>
              <a:rPr sz="1200" b="0" i="0">
                <a:solidFill>
                  <a:srgbClr val="E6EDF3"/>
                </a:solidFill>
                <a:latin typeface="Consolas"/>
              </a:rPr>
              <a:t>,</a:t>
            </a:r>
          </a:p>
          <a:p>
            <a:pPr algn="l">
              <a:lnSpc>
                <a:spcPct val="100000"/>
              </a:lnSpc>
              <a:spcAft>
                <a:spcPts val="0"/>
              </a:spcAft>
            </a:pPr>
            <a:r>
              <a:rPr sz="1200" b="0" i="0">
                <a:solidFill>
                  <a:srgbClr val="E6EDF3"/>
                </a:solidFill>
                <a:latin typeface="Consolas"/>
              </a:rPr>
              <a:t>    </a:t>
            </a:r>
            <a:r>
              <a:rPr sz="1200" b="0" i="0">
                <a:solidFill>
                  <a:srgbClr val="79D6BE"/>
                </a:solidFill>
                <a:latin typeface="Consolas"/>
              </a:rPr>
              <a:t>HarnessInstructions</a:t>
            </a:r>
            <a:r>
              <a:rPr sz="1200" b="0" i="0">
                <a:solidFill>
                  <a:srgbClr val="E6EDF3"/>
                </a:solidFill>
                <a:latin typeface="Consolas"/>
              </a:rPr>
              <a:t> = </a:t>
            </a:r>
            <a:r>
              <a:rPr sz="1200" b="0" i="0">
                <a:solidFill>
                  <a:srgbClr val="79D6BE"/>
                </a:solidFill>
                <a:latin typeface="Consolas"/>
              </a:rPr>
              <a:t>ShipHarnessInstructions</a:t>
            </a:r>
            <a:r>
              <a:rPr sz="1200" b="0" i="0">
                <a:solidFill>
                  <a:srgbClr val="E6EDF3"/>
                </a:solidFill>
                <a:latin typeface="Consolas"/>
              </a:rPr>
              <a:t>.</a:t>
            </a:r>
            <a:r>
              <a:rPr sz="1200" b="0" i="0">
                <a:solidFill>
                  <a:srgbClr val="79D6BE"/>
                </a:solidFill>
                <a:latin typeface="Consolas"/>
              </a:rPr>
              <a:t>Text</a:t>
            </a:r>
            <a:r>
              <a:rPr sz="1200" b="0" i="0">
                <a:solidFill>
                  <a:srgbClr val="E6EDF3"/>
                </a:solidFill>
                <a:latin typeface="Consolas"/>
              </a:rPr>
              <a:t>,   </a:t>
            </a:r>
            <a:r>
              <a:rPr sz="1200" b="0" i="0">
                <a:solidFill>
                  <a:srgbClr val="6A7889"/>
                </a:solidFill>
                <a:latin typeface="Consolas"/>
              </a:rPr>
              <a:t>// how AURORA operates</a:t>
            </a:r>
          </a:p>
          <a:p>
            <a:pPr algn="l">
              <a:lnSpc>
                <a:spcPct val="100000"/>
              </a:lnSpc>
              <a:spcAft>
                <a:spcPts val="0"/>
              </a:spcAft>
            </a:pPr>
            <a:r>
              <a:rPr sz="1200" b="0" i="0">
                <a:solidFill>
                  <a:srgbClr val="E6EDF3"/>
                </a:solidFill>
                <a:latin typeface="Consolas"/>
              </a:rPr>
              <a:t> </a:t>
            </a:r>
          </a:p>
          <a:p>
            <a:pPr algn="l">
              <a:lnSpc>
                <a:spcPct val="100000"/>
              </a:lnSpc>
              <a:spcAft>
                <a:spcPts val="0"/>
              </a:spcAft>
            </a:pPr>
            <a:r>
              <a:rPr sz="1200" b="0" i="0">
                <a:solidFill>
                  <a:srgbClr val="E6EDF3"/>
                </a:solidFill>
                <a:latin typeface="Consolas"/>
              </a:rPr>
              <a:t>    </a:t>
            </a:r>
            <a:r>
              <a:rPr sz="1200" b="0" i="0">
                <a:solidFill>
                  <a:srgbClr val="79D6BE"/>
                </a:solidFill>
                <a:latin typeface="Consolas"/>
              </a:rPr>
              <a:t>ChatOptions</a:t>
            </a:r>
            <a:r>
              <a:rPr sz="1200" b="0" i="0">
                <a:solidFill>
                  <a:srgbClr val="E6EDF3"/>
                </a:solidFill>
                <a:latin typeface="Consolas"/>
              </a:rPr>
              <a:t> = </a:t>
            </a:r>
            <a:r>
              <a:rPr sz="1200" b="0" i="0">
                <a:solidFill>
                  <a:srgbClr val="7FB6FF"/>
                </a:solidFill>
                <a:latin typeface="Consolas"/>
              </a:rPr>
              <a:t>new</a:t>
            </a:r>
            <a:r>
              <a:rPr sz="1200" b="0" i="0">
                <a:solidFill>
                  <a:srgbClr val="E6EDF3"/>
                </a:solidFill>
                <a:latin typeface="Consolas"/>
              </a:rPr>
              <a:t> </a:t>
            </a:r>
            <a:r>
              <a:rPr sz="1200" b="0" i="0">
                <a:solidFill>
                  <a:srgbClr val="79D6BE"/>
                </a:solidFill>
                <a:latin typeface="Consolas"/>
              </a:rPr>
              <a:t>ChatOptions</a:t>
            </a:r>
          </a:p>
          <a:p>
            <a:pPr algn="l">
              <a:lnSpc>
                <a:spcPct val="100000"/>
              </a:lnSpc>
              <a:spcAft>
                <a:spcPts val="0"/>
              </a:spcAft>
            </a:pPr>
            <a:r>
              <a:rPr sz="1200" b="0" i="0">
                <a:solidFill>
                  <a:srgbClr val="E6EDF3"/>
                </a:solidFill>
                <a:latin typeface="Consolas"/>
              </a:rPr>
              <a:t>    {</a:t>
            </a:r>
          </a:p>
          <a:p>
            <a:pPr algn="l">
              <a:lnSpc>
                <a:spcPct val="100000"/>
              </a:lnSpc>
              <a:spcAft>
                <a:spcPts val="0"/>
              </a:spcAft>
            </a:pPr>
            <a:r>
              <a:rPr sz="1200" b="0" i="0">
                <a:solidFill>
                  <a:srgbClr val="E6EDF3"/>
                </a:solidFill>
                <a:latin typeface="Consolas"/>
              </a:rPr>
              <a:t>        </a:t>
            </a:r>
            <a:r>
              <a:rPr sz="1200" b="0" i="0">
                <a:solidFill>
                  <a:srgbClr val="79D6BE"/>
                </a:solidFill>
                <a:latin typeface="Consolas"/>
              </a:rPr>
              <a:t>Instructions</a:t>
            </a:r>
            <a:r>
              <a:rPr sz="1200" b="0" i="0">
                <a:solidFill>
                  <a:srgbClr val="E6EDF3"/>
                </a:solidFill>
                <a:latin typeface="Consolas"/>
              </a:rPr>
              <a:t> = simulation.</a:t>
            </a:r>
            <a:r>
              <a:rPr sz="1200" b="0" i="0">
                <a:solidFill>
                  <a:srgbClr val="79D6BE"/>
                </a:solidFill>
                <a:latin typeface="Consolas"/>
              </a:rPr>
              <a:t>Briefing</a:t>
            </a:r>
            <a:r>
              <a:rPr sz="1200" b="0" i="0">
                <a:solidFill>
                  <a:srgbClr val="E6EDF3"/>
                </a:solidFill>
                <a:latin typeface="Consolas"/>
              </a:rPr>
              <a:t>,               </a:t>
            </a:r>
            <a:r>
              <a:rPr sz="1200" b="0" i="0">
                <a:solidFill>
                  <a:srgbClr val="6A7889"/>
                </a:solidFill>
                <a:latin typeface="Consolas"/>
              </a:rPr>
              <a:t>// what this voyage is for</a:t>
            </a:r>
          </a:p>
          <a:p>
            <a:pPr algn="l">
              <a:lnSpc>
                <a:spcPct val="100000"/>
              </a:lnSpc>
              <a:spcAft>
                <a:spcPts val="0"/>
              </a:spcAft>
            </a:pPr>
            <a:r>
              <a:rPr sz="1200" b="0" i="0">
                <a:solidFill>
                  <a:srgbClr val="E6EDF3"/>
                </a:solidFill>
                <a:latin typeface="Consolas"/>
              </a:rPr>
              <a:t>        </a:t>
            </a:r>
            <a:r>
              <a:rPr sz="1200" b="0" i="0">
                <a:solidFill>
                  <a:srgbClr val="79D6BE"/>
                </a:solidFill>
                <a:latin typeface="Consolas"/>
              </a:rPr>
              <a:t>Tools</a:t>
            </a:r>
            <a:r>
              <a:rPr sz="1200" b="0" i="0">
                <a:solidFill>
                  <a:srgbClr val="E6EDF3"/>
                </a:solidFill>
                <a:latin typeface="Consolas"/>
              </a:rPr>
              <a:t>        = [.. sensors.</a:t>
            </a:r>
            <a:r>
              <a:rPr sz="1200" b="0" i="0">
                <a:solidFill>
                  <a:srgbClr val="79D6BE"/>
                </a:solidFill>
                <a:latin typeface="Consolas"/>
              </a:rPr>
              <a:t>AsAIFunctions</a:t>
            </a:r>
            <a:r>
              <a:rPr sz="1200" b="0" i="0">
                <a:solidFill>
                  <a:srgbClr val="E6EDF3"/>
                </a:solidFill>
                <a:latin typeface="Consolas"/>
              </a:rPr>
              <a:t>()],</a:t>
            </a:r>
          </a:p>
          <a:p>
            <a:pPr algn="l">
              <a:lnSpc>
                <a:spcPct val="100000"/>
              </a:lnSpc>
              <a:spcAft>
                <a:spcPts val="0"/>
              </a:spcAft>
            </a:pPr>
            <a:r>
              <a:rPr sz="1200" b="0" i="0">
                <a:solidFill>
                  <a:srgbClr val="E6EDF3"/>
                </a:solidFill>
                <a:latin typeface="Consolas"/>
              </a:rPr>
              <a:t>    },</a:t>
            </a:r>
          </a:p>
          <a:p>
            <a:pPr algn="l">
              <a:lnSpc>
                <a:spcPct val="100000"/>
              </a:lnSpc>
              <a:spcAft>
                <a:spcPts val="0"/>
              </a:spcAft>
            </a:pPr>
            <a:r>
              <a:rPr sz="1200" b="0" i="0">
                <a:solidFill>
                  <a:srgbClr val="E6EDF3"/>
                </a:solidFill>
                <a:latin typeface="Consolas"/>
              </a:rPr>
              <a:t> </a:t>
            </a:r>
          </a:p>
          <a:p>
            <a:pPr algn="l">
              <a:lnSpc>
                <a:spcPct val="100000"/>
              </a:lnSpc>
              <a:spcAft>
                <a:spcPts val="0"/>
              </a:spcAft>
            </a:pPr>
            <a:r>
              <a:rPr sz="1200" b="0" i="0">
                <a:solidFill>
                  <a:srgbClr val="E6EDF3"/>
                </a:solidFill>
                <a:latin typeface="Consolas"/>
              </a:rPr>
              <a:t>    </a:t>
            </a:r>
            <a:r>
              <a:rPr sz="1200" b="0" i="0">
                <a:solidFill>
                  <a:srgbClr val="79D6BE"/>
                </a:solidFill>
                <a:latin typeface="Consolas"/>
              </a:rPr>
              <a:t>DisableWebSearch</a:t>
            </a:r>
            <a:r>
              <a:rPr sz="1200" b="0" i="0">
                <a:solidFill>
                  <a:srgbClr val="E6EDF3"/>
                </a:solidFill>
                <a:latin typeface="Consolas"/>
              </a:rPr>
              <a:t>           = </a:t>
            </a:r>
            <a:r>
              <a:rPr sz="1200" b="0" i="0">
                <a:solidFill>
                  <a:srgbClr val="7FB6FF"/>
                </a:solidFill>
                <a:latin typeface="Consolas"/>
              </a:rPr>
              <a:t>true</a:t>
            </a:r>
            <a:r>
              <a:rPr sz="1200" b="0" i="0">
                <a:solidFill>
                  <a:srgbClr val="E6EDF3"/>
                </a:solidFill>
                <a:latin typeface="Consolas"/>
              </a:rPr>
              <a:t>,</a:t>
            </a:r>
          </a:p>
          <a:p>
            <a:pPr algn="l">
              <a:lnSpc>
                <a:spcPct val="100000"/>
              </a:lnSpc>
              <a:spcAft>
                <a:spcPts val="0"/>
              </a:spcAft>
            </a:pPr>
            <a:r>
              <a:rPr sz="1200" b="0" i="0">
                <a:solidFill>
                  <a:srgbClr val="E6EDF3"/>
                </a:solidFill>
                <a:latin typeface="Consolas"/>
              </a:rPr>
              <a:t>    </a:t>
            </a:r>
            <a:r>
              <a:rPr sz="1200" b="0" i="0">
                <a:solidFill>
                  <a:srgbClr val="79D6BE"/>
                </a:solidFill>
                <a:latin typeface="Consolas"/>
              </a:rPr>
              <a:t>DisableFileMemory</a:t>
            </a:r>
            <a:r>
              <a:rPr sz="1200" b="0" i="0">
                <a:solidFill>
                  <a:srgbClr val="E6EDF3"/>
                </a:solidFill>
                <a:latin typeface="Consolas"/>
              </a:rPr>
              <a:t>          = </a:t>
            </a:r>
            <a:r>
              <a:rPr sz="1200" b="0" i="0">
                <a:solidFill>
                  <a:srgbClr val="7FB6FF"/>
                </a:solidFill>
                <a:latin typeface="Consolas"/>
              </a:rPr>
              <a:t>true</a:t>
            </a:r>
            <a:r>
              <a:rPr sz="1200" b="0" i="0">
                <a:solidFill>
                  <a:srgbClr val="E6EDF3"/>
                </a:solidFill>
                <a:latin typeface="Consolas"/>
              </a:rPr>
              <a:t>,</a:t>
            </a:r>
          </a:p>
          <a:p>
            <a:pPr algn="l">
              <a:lnSpc>
                <a:spcPct val="100000"/>
              </a:lnSpc>
              <a:spcAft>
                <a:spcPts val="0"/>
              </a:spcAft>
            </a:pPr>
            <a:r>
              <a:rPr sz="1200" b="0" i="0">
                <a:solidFill>
                  <a:srgbClr val="E6EDF3"/>
                </a:solidFill>
                <a:latin typeface="Consolas"/>
              </a:rPr>
              <a:t>    </a:t>
            </a:r>
            <a:r>
              <a:rPr sz="1200" b="0" i="0">
                <a:solidFill>
                  <a:srgbClr val="79D6BE"/>
                </a:solidFill>
                <a:latin typeface="Consolas"/>
              </a:rPr>
              <a:t>DisableAgentSkillsProvider</a:t>
            </a:r>
            <a:r>
              <a:rPr sz="1200" b="0" i="0">
                <a:solidFill>
                  <a:srgbClr val="E6EDF3"/>
                </a:solidFill>
                <a:latin typeface="Consolas"/>
              </a:rPr>
              <a:t> = </a:t>
            </a:r>
            <a:r>
              <a:rPr sz="1200" b="0" i="0">
                <a:solidFill>
                  <a:srgbClr val="7FB6FF"/>
                </a:solidFill>
                <a:latin typeface="Consolas"/>
              </a:rPr>
              <a:t>true</a:t>
            </a:r>
            <a:r>
              <a:rPr sz="1200" b="0" i="0">
                <a:solidFill>
                  <a:srgbClr val="E6EDF3"/>
                </a:solidFill>
                <a:latin typeface="Consolas"/>
              </a:rPr>
              <a:t>,</a:t>
            </a:r>
          </a:p>
          <a:p>
            <a:pPr algn="l">
              <a:lnSpc>
                <a:spcPct val="100000"/>
              </a:lnSpc>
              <a:spcAft>
                <a:spcPts val="0"/>
              </a:spcAft>
            </a:pPr>
            <a:r>
              <a:rPr sz="1200" b="0" i="0">
                <a:solidFill>
                  <a:srgbClr val="E6EDF3"/>
                </a:solidFill>
                <a:latin typeface="Consolas"/>
              </a:rPr>
              <a:t> </a:t>
            </a:r>
          </a:p>
          <a:p>
            <a:pPr algn="l">
              <a:lnSpc>
                <a:spcPct val="100000"/>
              </a:lnSpc>
              <a:spcAft>
                <a:spcPts val="0"/>
              </a:spcAft>
            </a:pPr>
            <a:r>
              <a:rPr sz="1200" b="0" i="0">
                <a:solidFill>
                  <a:srgbClr val="E6EDF3"/>
                </a:solidFill>
                <a:latin typeface="Consolas"/>
              </a:rPr>
              <a:t>    </a:t>
            </a:r>
            <a:r>
              <a:rPr sz="1200" b="0" i="0">
                <a:solidFill>
                  <a:srgbClr val="79D6BE"/>
                </a:solidFill>
                <a:latin typeface="Consolas"/>
              </a:rPr>
              <a:t>MaxContextWindowTokens</a:t>
            </a:r>
            <a:r>
              <a:rPr sz="1200" b="0" i="0">
                <a:solidFill>
                  <a:srgbClr val="E6EDF3"/>
                </a:solidFill>
                <a:latin typeface="Consolas"/>
              </a:rPr>
              <a:t>     = </a:t>
            </a:r>
            <a:r>
              <a:rPr sz="1200" b="0" i="0">
                <a:solidFill>
                  <a:srgbClr val="E8A87C"/>
                </a:solidFill>
                <a:latin typeface="Consolas"/>
              </a:rPr>
              <a:t>128_000</a:t>
            </a:r>
            <a:r>
              <a:rPr sz="1200" b="0" i="0">
                <a:solidFill>
                  <a:srgbClr val="E6EDF3"/>
                </a:solidFill>
                <a:latin typeface="Consolas"/>
              </a:rPr>
              <a:t>,</a:t>
            </a:r>
          </a:p>
          <a:p>
            <a:pPr algn="l">
              <a:lnSpc>
                <a:spcPct val="100000"/>
              </a:lnSpc>
              <a:spcAft>
                <a:spcPts val="0"/>
              </a:spcAft>
            </a:pPr>
            <a:r>
              <a:rPr sz="1200" b="0" i="0">
                <a:solidFill>
                  <a:srgbClr val="E6EDF3"/>
                </a:solidFill>
                <a:latin typeface="Consolas"/>
              </a:rPr>
              <a:t>    </a:t>
            </a:r>
            <a:r>
              <a:rPr sz="1200" b="0" i="0">
                <a:solidFill>
                  <a:srgbClr val="79D6BE"/>
                </a:solidFill>
                <a:latin typeface="Consolas"/>
              </a:rPr>
              <a:t>MaxOutputTokens</a:t>
            </a:r>
            <a:r>
              <a:rPr sz="1200" b="0" i="0">
                <a:solidFill>
                  <a:srgbClr val="E6EDF3"/>
                </a:solidFill>
                <a:latin typeface="Consolas"/>
              </a:rPr>
              <a:t>            = </a:t>
            </a:r>
            <a:r>
              <a:rPr sz="1200" b="0" i="0">
                <a:solidFill>
                  <a:srgbClr val="E8A87C"/>
                </a:solidFill>
                <a:latin typeface="Consolas"/>
              </a:rPr>
              <a:t>16_384</a:t>
            </a:r>
            <a:r>
              <a:rPr sz="1200" b="0" i="0">
                <a:solidFill>
                  <a:srgbClr val="E6EDF3"/>
                </a:solidFill>
                <a:latin typeface="Consolas"/>
              </a:rPr>
              <a:t>,</a:t>
            </a:r>
          </a:p>
          <a:p>
            <a:pPr algn="l">
              <a:lnSpc>
                <a:spcPct val="100000"/>
              </a:lnSpc>
              <a:spcAft>
                <a:spcPts val="0"/>
              </a:spcAft>
            </a:pPr>
            <a:r>
              <a:rPr sz="1200" b="0" i="0">
                <a:solidFill>
                  <a:srgbClr val="E6EDF3"/>
                </a:solidFill>
                <a:latin typeface="Consolas"/>
              </a:rPr>
              <a:t>};</a:t>
            </a:r>
          </a:p>
          <a:p>
            <a:pPr algn="l">
              <a:lnSpc>
                <a:spcPct val="100000"/>
              </a:lnSpc>
              <a:spcAft>
                <a:spcPts val="0"/>
              </a:spcAft>
            </a:pPr>
            <a:r>
              <a:rPr sz="1200" b="0" i="0">
                <a:solidFill>
                  <a:srgbClr val="E6EDF3"/>
                </a:solidFill>
                <a:latin typeface="Consolas"/>
              </a:rPr>
              <a:t> </a:t>
            </a:r>
          </a:p>
          <a:p>
            <a:pPr algn="l">
              <a:lnSpc>
                <a:spcPct val="100000"/>
              </a:lnSpc>
              <a:spcAft>
                <a:spcPts val="0"/>
              </a:spcAft>
            </a:pPr>
            <a:r>
              <a:rPr sz="1200" b="0" i="0">
                <a:solidFill>
                  <a:srgbClr val="7FB6FF"/>
                </a:solidFill>
                <a:latin typeface="Consolas"/>
              </a:rPr>
              <a:t>return</a:t>
            </a:r>
            <a:r>
              <a:rPr sz="1200" b="0" i="0">
                <a:solidFill>
                  <a:srgbClr val="E6EDF3"/>
                </a:solidFill>
                <a:latin typeface="Consolas"/>
              </a:rPr>
              <a:t> chatClient.</a:t>
            </a:r>
            <a:r>
              <a:rPr sz="1200" b="0" i="0">
                <a:solidFill>
                  <a:srgbClr val="79D6BE"/>
                </a:solidFill>
                <a:latin typeface="Consolas"/>
              </a:rPr>
              <a:t>AsHarnessAgent</a:t>
            </a:r>
            <a:r>
              <a:rPr sz="1200" b="0" i="0">
                <a:solidFill>
                  <a:srgbClr val="E6EDF3"/>
                </a:solidFill>
                <a:latin typeface="Consolas"/>
              </a:rPr>
              <a:t>(options, loggerFactory);</a:t>
            </a:r>
          </a:p>
        </p:txBody>
      </p:sp>
      <p:sp>
        <p:nvSpPr>
          <p:cNvPr id="7" name="TextBox 6"/>
          <p:cNvSpPr txBox="1"/>
          <p:nvPr/>
        </p:nvSpPr>
        <p:spPr>
          <a:xfrm>
            <a:off x="777240" y="6111240"/>
            <a:ext cx="10637215" cy="822960"/>
          </a:xfrm>
          <a:prstGeom prst="rect">
            <a:avLst/>
          </a:prstGeom>
          <a:noFill/>
        </p:spPr>
        <p:txBody>
          <a:bodyPr wrap="square" lIns="0" tIns="0" rIns="0" bIns="0" anchor="t">
            <a:spAutoFit/>
          </a:bodyPr>
          <a:lstStyle/>
          <a:p>
            <a:pPr algn="l">
              <a:lnSpc>
                <a:spcPct val="125000"/>
              </a:lnSpc>
              <a:spcAft>
                <a:spcPts val="600"/>
              </a:spcAft>
            </a:pPr>
            <a:r>
              <a:rPr sz="1500" b="0" i="0">
                <a:solidFill>
                  <a:srgbClr val="8B949E"/>
                </a:solidFill>
                <a:latin typeface="Segoe UI"/>
              </a:rPr>
              <a:t>One file in the repo knows the type </a:t>
            </a:r>
            <a:r>
              <a:rPr sz="1500" b="0" i="0">
                <a:solidFill>
                  <a:srgbClr val="F0B429"/>
                </a:solidFill>
                <a:latin typeface="Consolas"/>
              </a:rPr>
              <a:t>HarnessAgentOptions</a:t>
            </a:r>
            <a:r>
              <a:rPr sz="1500" b="0" i="0">
                <a:solidFill>
                  <a:srgbClr val="8B949E"/>
                </a:solidFill>
                <a:latin typeface="Segoe UI"/>
              </a:rPr>
              <a:t>. Two instruction slots, one tool list, five settings — </a:t>
            </a:r>
            <a:r>
              <a:rPr sz="1500" b="1" i="0">
                <a:solidFill>
                  <a:srgbClr val="F0B429"/>
                </a:solidFill>
                <a:latin typeface="Segoe UI"/>
              </a:rPr>
              <a:t>and every one of those five is here because of something that went wrong.</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0D1117"/>
        </a:solidFill>
        <a:effectLst/>
      </p:bgPr>
    </p:bg>
    <p:spTree>
      <p:nvGrpSpPr>
        <p:cNvPr id="1" name=""/>
        <p:cNvGrpSpPr/>
        <p:nvPr/>
      </p:nvGrpSpPr>
      <p:grpSpPr>
        <a:xfrm>
          <a:off x="0" y="0"/>
          <a:ext cx="0" cy="0"/>
          <a:chOff x="0" y="0"/>
          <a:chExt cx="0" cy="0"/>
        </a:xfrm>
      </p:grpSpPr>
      <p:sp>
        <p:nvSpPr>
          <p:cNvPr id="2" name="TextBox 1"/>
          <p:cNvSpPr txBox="1"/>
          <p:nvPr/>
        </p:nvSpPr>
        <p:spPr>
          <a:xfrm>
            <a:off x="777240" y="502920"/>
            <a:ext cx="10637215" cy="274320"/>
          </a:xfrm>
          <a:prstGeom prst="rect">
            <a:avLst/>
          </a:prstGeom>
          <a:noFill/>
        </p:spPr>
        <p:txBody>
          <a:bodyPr wrap="square" lIns="0" tIns="0" rIns="0" bIns="0" anchor="t">
            <a:spAutoFit/>
          </a:bodyPr>
          <a:lstStyle/>
          <a:p>
            <a:pPr algn="l">
              <a:lnSpc>
                <a:spcPct val="115000"/>
              </a:lnSpc>
              <a:spcAft>
                <a:spcPts val="800"/>
              </a:spcAft>
            </a:pPr>
            <a:r>
              <a:rPr sz="1300" b="1" i="0">
                <a:solidFill>
                  <a:srgbClr val="F0B429"/>
                </a:solidFill>
                <a:latin typeface="Segoe UI"/>
              </a:rPr>
              <a:t>HARNESSAGENTOPTIONS</a:t>
            </a:r>
          </a:p>
        </p:txBody>
      </p:sp>
      <p:sp>
        <p:nvSpPr>
          <p:cNvPr id="3" name="TextBox 2"/>
          <p:cNvSpPr txBox="1"/>
          <p:nvPr/>
        </p:nvSpPr>
        <p:spPr>
          <a:xfrm>
            <a:off x="777240" y="914400"/>
            <a:ext cx="10637215" cy="1005840"/>
          </a:xfrm>
          <a:prstGeom prst="rect">
            <a:avLst/>
          </a:prstGeom>
          <a:noFill/>
        </p:spPr>
        <p:txBody>
          <a:bodyPr wrap="square" lIns="0" tIns="0" rIns="0" bIns="0" anchor="t">
            <a:spAutoFit/>
          </a:bodyPr>
          <a:lstStyle/>
          <a:p>
            <a:pPr algn="l">
              <a:lnSpc>
                <a:spcPct val="115000"/>
              </a:lnSpc>
              <a:spcAft>
                <a:spcPts val="800"/>
              </a:spcAft>
            </a:pPr>
            <a:r>
              <a:rPr sz="3600" b="1" i="0">
                <a:solidFill>
                  <a:srgbClr val="E6EDF3"/>
                </a:solidFill>
                <a:latin typeface="Segoe UI"/>
              </a:rPr>
              <a:t>What is on before you decide anything</a:t>
            </a:r>
          </a:p>
        </p:txBody>
      </p:sp>
      <p:sp>
        <p:nvSpPr>
          <p:cNvPr id="4" name="TextBox 3"/>
          <p:cNvSpPr txBox="1"/>
          <p:nvPr/>
        </p:nvSpPr>
        <p:spPr>
          <a:xfrm>
            <a:off x="777240" y="2148840"/>
            <a:ext cx="2697480" cy="384048"/>
          </a:xfrm>
          <a:prstGeom prst="rect">
            <a:avLst/>
          </a:prstGeom>
          <a:noFill/>
        </p:spPr>
        <p:txBody>
          <a:bodyPr wrap="square" lIns="0" tIns="0" rIns="0" bIns="0" anchor="t">
            <a:spAutoFit/>
          </a:bodyPr>
          <a:lstStyle/>
          <a:p>
            <a:pPr algn="l">
              <a:lnSpc>
                <a:spcPct val="115000"/>
              </a:lnSpc>
              <a:spcAft>
                <a:spcPts val="800"/>
              </a:spcAft>
            </a:pPr>
            <a:r>
              <a:rPr sz="1400" b="1" i="0">
                <a:solidFill>
                  <a:srgbClr val="F0B429"/>
                </a:solidFill>
                <a:latin typeface="Segoe UI"/>
              </a:rPr>
              <a:t>DEFAULT</a:t>
            </a:r>
          </a:p>
        </p:txBody>
      </p:sp>
      <p:sp>
        <p:nvSpPr>
          <p:cNvPr id="5" name="TextBox 4"/>
          <p:cNvSpPr txBox="1"/>
          <p:nvPr/>
        </p:nvSpPr>
        <p:spPr>
          <a:xfrm>
            <a:off x="3611880" y="2148840"/>
            <a:ext cx="3063240" cy="384048"/>
          </a:xfrm>
          <a:prstGeom prst="rect">
            <a:avLst/>
          </a:prstGeom>
          <a:noFill/>
        </p:spPr>
        <p:txBody>
          <a:bodyPr wrap="square" lIns="0" tIns="0" rIns="0" bIns="0" anchor="t">
            <a:spAutoFit/>
          </a:bodyPr>
          <a:lstStyle/>
          <a:p>
            <a:pPr algn="l">
              <a:lnSpc>
                <a:spcPct val="115000"/>
              </a:lnSpc>
              <a:spcAft>
                <a:spcPts val="800"/>
              </a:spcAft>
            </a:pPr>
            <a:r>
              <a:rPr sz="1400" b="1" i="0">
                <a:solidFill>
                  <a:srgbClr val="F0B429"/>
                </a:solidFill>
                <a:latin typeface="Segoe UI"/>
              </a:rPr>
              <a:t>WHAT I DID</a:t>
            </a:r>
          </a:p>
        </p:txBody>
      </p:sp>
      <p:sp>
        <p:nvSpPr>
          <p:cNvPr id="6" name="TextBox 5"/>
          <p:cNvSpPr txBox="1"/>
          <p:nvPr/>
        </p:nvSpPr>
        <p:spPr>
          <a:xfrm>
            <a:off x="6812280" y="2148840"/>
            <a:ext cx="4434840" cy="384048"/>
          </a:xfrm>
          <a:prstGeom prst="rect">
            <a:avLst/>
          </a:prstGeom>
          <a:noFill/>
        </p:spPr>
        <p:txBody>
          <a:bodyPr wrap="square" lIns="0" tIns="0" rIns="0" bIns="0" anchor="t">
            <a:spAutoFit/>
          </a:bodyPr>
          <a:lstStyle/>
          <a:p>
            <a:pPr algn="l">
              <a:lnSpc>
                <a:spcPct val="115000"/>
              </a:lnSpc>
              <a:spcAft>
                <a:spcPts val="800"/>
              </a:spcAft>
            </a:pPr>
            <a:r>
              <a:rPr sz="1400" b="1" i="0">
                <a:solidFill>
                  <a:srgbClr val="F0B429"/>
                </a:solidFill>
                <a:latin typeface="Segoe UI"/>
              </a:rPr>
              <a:t>WHY</a:t>
            </a:r>
          </a:p>
        </p:txBody>
      </p:sp>
      <p:sp>
        <p:nvSpPr>
          <p:cNvPr id="7" name="Rectangle 6"/>
          <p:cNvSpPr/>
          <p:nvPr/>
        </p:nvSpPr>
        <p:spPr>
          <a:xfrm>
            <a:off x="777240" y="2496312"/>
            <a:ext cx="10637215" cy="19050"/>
          </a:xfrm>
          <a:prstGeom prst="rect">
            <a:avLst/>
          </a:prstGeom>
          <a:solidFill>
            <a:srgbClr val="3036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77240" y="2679192"/>
            <a:ext cx="2670048" cy="384048"/>
          </a:xfrm>
          <a:prstGeom prst="rect">
            <a:avLst/>
          </a:prstGeom>
          <a:noFill/>
        </p:spPr>
        <p:txBody>
          <a:bodyPr wrap="square" lIns="0" tIns="0" rIns="0" bIns="0" anchor="t">
            <a:spAutoFit/>
          </a:bodyPr>
          <a:lstStyle/>
          <a:p>
            <a:pPr algn="l">
              <a:lnSpc>
                <a:spcPct val="105000"/>
              </a:lnSpc>
              <a:spcAft>
                <a:spcPts val="800"/>
              </a:spcAft>
            </a:pPr>
            <a:r>
              <a:rPr sz="1400" b="0" i="0">
                <a:solidFill>
                  <a:srgbClr val="E6EDF3"/>
                </a:solidFill>
                <a:latin typeface="Consolas"/>
              </a:rPr>
              <a:t>HostedWebSearchTool</a:t>
            </a:r>
          </a:p>
        </p:txBody>
      </p:sp>
      <p:sp>
        <p:nvSpPr>
          <p:cNvPr id="9" name="TextBox 8"/>
          <p:cNvSpPr txBox="1"/>
          <p:nvPr/>
        </p:nvSpPr>
        <p:spPr>
          <a:xfrm>
            <a:off x="3611880" y="2679192"/>
            <a:ext cx="3035808" cy="384048"/>
          </a:xfrm>
          <a:prstGeom prst="rect">
            <a:avLst/>
          </a:prstGeom>
          <a:noFill/>
        </p:spPr>
        <p:txBody>
          <a:bodyPr wrap="square" lIns="0" tIns="0" rIns="0" bIns="0" anchor="t">
            <a:spAutoFit/>
          </a:bodyPr>
          <a:lstStyle/>
          <a:p>
            <a:pPr algn="l">
              <a:lnSpc>
                <a:spcPct val="105000"/>
              </a:lnSpc>
              <a:spcAft>
                <a:spcPts val="800"/>
              </a:spcAft>
            </a:pPr>
            <a:r>
              <a:rPr sz="1400" b="0" i="0">
                <a:solidFill>
                  <a:srgbClr val="F85149"/>
                </a:solidFill>
                <a:latin typeface="Consolas"/>
              </a:rPr>
              <a:t>DisableWebSearch = true</a:t>
            </a:r>
          </a:p>
        </p:txBody>
      </p:sp>
      <p:sp>
        <p:nvSpPr>
          <p:cNvPr id="10" name="TextBox 9"/>
          <p:cNvSpPr txBox="1"/>
          <p:nvPr/>
        </p:nvSpPr>
        <p:spPr>
          <a:xfrm>
            <a:off x="6812280" y="2679192"/>
            <a:ext cx="4407408" cy="384048"/>
          </a:xfrm>
          <a:prstGeom prst="rect">
            <a:avLst/>
          </a:prstGeom>
          <a:noFill/>
        </p:spPr>
        <p:txBody>
          <a:bodyPr wrap="square" lIns="0" tIns="0" rIns="0" bIns="0" anchor="t">
            <a:spAutoFit/>
          </a:bodyPr>
          <a:lstStyle/>
          <a:p>
            <a:pPr algn="l">
              <a:lnSpc>
                <a:spcPct val="105000"/>
              </a:lnSpc>
              <a:spcAft>
                <a:spcPts val="800"/>
              </a:spcAft>
            </a:pPr>
            <a:r>
              <a:rPr sz="1400" b="0" i="0">
                <a:solidFill>
                  <a:srgbClr val="8B949E"/>
                </a:solidFill>
                <a:latin typeface="Segoe UI"/>
              </a:rPr>
              <a:t>A starship googling breaks the fiction</a:t>
            </a:r>
          </a:p>
        </p:txBody>
      </p:sp>
      <p:sp>
        <p:nvSpPr>
          <p:cNvPr id="11" name="Rectangle 10"/>
          <p:cNvSpPr/>
          <p:nvPr/>
        </p:nvSpPr>
        <p:spPr>
          <a:xfrm>
            <a:off x="777240" y="2980944"/>
            <a:ext cx="10637215" cy="19050"/>
          </a:xfrm>
          <a:prstGeom prst="rect">
            <a:avLst/>
          </a:prstGeom>
          <a:solidFill>
            <a:srgbClr val="2126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77240" y="3099816"/>
            <a:ext cx="2670048" cy="384048"/>
          </a:xfrm>
          <a:prstGeom prst="rect">
            <a:avLst/>
          </a:prstGeom>
          <a:noFill/>
        </p:spPr>
        <p:txBody>
          <a:bodyPr wrap="square" lIns="0" tIns="0" rIns="0" bIns="0" anchor="t">
            <a:spAutoFit/>
          </a:bodyPr>
          <a:lstStyle/>
          <a:p>
            <a:pPr algn="l">
              <a:lnSpc>
                <a:spcPct val="105000"/>
              </a:lnSpc>
              <a:spcAft>
                <a:spcPts val="800"/>
              </a:spcAft>
            </a:pPr>
            <a:r>
              <a:rPr sz="1400" b="0" i="0">
                <a:solidFill>
                  <a:srgbClr val="E6EDF3"/>
                </a:solidFill>
                <a:latin typeface="Consolas"/>
              </a:rPr>
              <a:t>FileMemoryProvider</a:t>
            </a:r>
          </a:p>
        </p:txBody>
      </p:sp>
      <p:sp>
        <p:nvSpPr>
          <p:cNvPr id="13" name="TextBox 12"/>
          <p:cNvSpPr txBox="1"/>
          <p:nvPr/>
        </p:nvSpPr>
        <p:spPr>
          <a:xfrm>
            <a:off x="3611880" y="3099816"/>
            <a:ext cx="3035808" cy="384048"/>
          </a:xfrm>
          <a:prstGeom prst="rect">
            <a:avLst/>
          </a:prstGeom>
          <a:noFill/>
        </p:spPr>
        <p:txBody>
          <a:bodyPr wrap="square" lIns="0" tIns="0" rIns="0" bIns="0" anchor="t">
            <a:spAutoFit/>
          </a:bodyPr>
          <a:lstStyle/>
          <a:p>
            <a:pPr algn="l">
              <a:lnSpc>
                <a:spcPct val="105000"/>
              </a:lnSpc>
              <a:spcAft>
                <a:spcPts val="800"/>
              </a:spcAft>
            </a:pPr>
            <a:r>
              <a:rPr sz="1400" b="0" i="0">
                <a:solidFill>
                  <a:srgbClr val="F85149"/>
                </a:solidFill>
                <a:latin typeface="Consolas"/>
              </a:rPr>
              <a:t>DisableFileMemory = true</a:t>
            </a:r>
          </a:p>
        </p:txBody>
      </p:sp>
      <p:sp>
        <p:nvSpPr>
          <p:cNvPr id="14" name="TextBox 13"/>
          <p:cNvSpPr txBox="1"/>
          <p:nvPr/>
        </p:nvSpPr>
        <p:spPr>
          <a:xfrm>
            <a:off x="6812280" y="3099816"/>
            <a:ext cx="4407408" cy="384048"/>
          </a:xfrm>
          <a:prstGeom prst="rect">
            <a:avLst/>
          </a:prstGeom>
          <a:noFill/>
        </p:spPr>
        <p:txBody>
          <a:bodyPr wrap="square" lIns="0" tIns="0" rIns="0" bIns="0" anchor="t">
            <a:spAutoFit/>
          </a:bodyPr>
          <a:lstStyle/>
          <a:p>
            <a:pPr algn="l">
              <a:lnSpc>
                <a:spcPct val="105000"/>
              </a:lnSpc>
              <a:spcAft>
                <a:spcPts val="800"/>
              </a:spcAft>
            </a:pPr>
            <a:r>
              <a:rPr sz="1400" b="0" i="0">
                <a:solidFill>
                  <a:srgbClr val="8B949E"/>
                </a:solidFill>
                <a:latin typeface="Segoe UI"/>
              </a:rPr>
              <a:t>Writes into your repo at construction</a:t>
            </a:r>
          </a:p>
        </p:txBody>
      </p:sp>
      <p:sp>
        <p:nvSpPr>
          <p:cNvPr id="15" name="Rectangle 14"/>
          <p:cNvSpPr/>
          <p:nvPr/>
        </p:nvSpPr>
        <p:spPr>
          <a:xfrm>
            <a:off x="777240" y="3401568"/>
            <a:ext cx="10637215" cy="19050"/>
          </a:xfrm>
          <a:prstGeom prst="rect">
            <a:avLst/>
          </a:prstGeom>
          <a:solidFill>
            <a:srgbClr val="2126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777240" y="3520440"/>
            <a:ext cx="2670048" cy="384048"/>
          </a:xfrm>
          <a:prstGeom prst="rect">
            <a:avLst/>
          </a:prstGeom>
          <a:noFill/>
        </p:spPr>
        <p:txBody>
          <a:bodyPr wrap="square" lIns="0" tIns="0" rIns="0" bIns="0" anchor="t">
            <a:spAutoFit/>
          </a:bodyPr>
          <a:lstStyle/>
          <a:p>
            <a:pPr algn="l">
              <a:lnSpc>
                <a:spcPct val="105000"/>
              </a:lnSpc>
              <a:spcAft>
                <a:spcPts val="800"/>
              </a:spcAft>
            </a:pPr>
            <a:r>
              <a:rPr sz="1400" b="0" i="0">
                <a:solidFill>
                  <a:srgbClr val="E6EDF3"/>
                </a:solidFill>
                <a:latin typeface="Consolas"/>
              </a:rPr>
              <a:t>AgentSkillsProvider</a:t>
            </a:r>
          </a:p>
        </p:txBody>
      </p:sp>
      <p:sp>
        <p:nvSpPr>
          <p:cNvPr id="17" name="TextBox 16"/>
          <p:cNvSpPr txBox="1"/>
          <p:nvPr/>
        </p:nvSpPr>
        <p:spPr>
          <a:xfrm>
            <a:off x="3611880" y="3520440"/>
            <a:ext cx="3035808" cy="384048"/>
          </a:xfrm>
          <a:prstGeom prst="rect">
            <a:avLst/>
          </a:prstGeom>
          <a:noFill/>
        </p:spPr>
        <p:txBody>
          <a:bodyPr wrap="square" lIns="0" tIns="0" rIns="0" bIns="0" anchor="t">
            <a:spAutoFit/>
          </a:bodyPr>
          <a:lstStyle/>
          <a:p>
            <a:pPr algn="l">
              <a:lnSpc>
                <a:spcPct val="105000"/>
              </a:lnSpc>
              <a:spcAft>
                <a:spcPts val="800"/>
              </a:spcAft>
            </a:pPr>
            <a:r>
              <a:rPr sz="1400" b="0" i="0">
                <a:solidFill>
                  <a:srgbClr val="F85149"/>
                </a:solidFill>
                <a:latin typeface="Consolas"/>
              </a:rPr>
              <a:t>Disable…Provider = true</a:t>
            </a:r>
          </a:p>
        </p:txBody>
      </p:sp>
      <p:sp>
        <p:nvSpPr>
          <p:cNvPr id="18" name="TextBox 17"/>
          <p:cNvSpPr txBox="1"/>
          <p:nvPr/>
        </p:nvSpPr>
        <p:spPr>
          <a:xfrm>
            <a:off x="6812280" y="3520440"/>
            <a:ext cx="4407408" cy="384048"/>
          </a:xfrm>
          <a:prstGeom prst="rect">
            <a:avLst/>
          </a:prstGeom>
          <a:noFill/>
        </p:spPr>
        <p:txBody>
          <a:bodyPr wrap="square" lIns="0" tIns="0" rIns="0" bIns="0" anchor="t">
            <a:spAutoFit/>
          </a:bodyPr>
          <a:lstStyle/>
          <a:p>
            <a:pPr algn="l">
              <a:lnSpc>
                <a:spcPct val="105000"/>
              </a:lnSpc>
              <a:spcAft>
                <a:spcPts val="800"/>
              </a:spcAft>
            </a:pPr>
            <a:r>
              <a:rPr sz="1400" b="0" i="0">
                <a:solidFill>
                  <a:srgbClr val="8B949E"/>
                </a:solidFill>
                <a:latin typeface="Segoe UI"/>
              </a:rPr>
              <a:t>Walks the working directory for nothing</a:t>
            </a:r>
          </a:p>
        </p:txBody>
      </p:sp>
      <p:sp>
        <p:nvSpPr>
          <p:cNvPr id="19" name="Rectangle 18"/>
          <p:cNvSpPr/>
          <p:nvPr/>
        </p:nvSpPr>
        <p:spPr>
          <a:xfrm>
            <a:off x="777240" y="3822192"/>
            <a:ext cx="10637215" cy="19050"/>
          </a:xfrm>
          <a:prstGeom prst="rect">
            <a:avLst/>
          </a:prstGeom>
          <a:solidFill>
            <a:srgbClr val="2126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777240" y="3941064"/>
            <a:ext cx="2670048" cy="384048"/>
          </a:xfrm>
          <a:prstGeom prst="rect">
            <a:avLst/>
          </a:prstGeom>
          <a:noFill/>
        </p:spPr>
        <p:txBody>
          <a:bodyPr wrap="square" lIns="0" tIns="0" rIns="0" bIns="0" anchor="t">
            <a:spAutoFit/>
          </a:bodyPr>
          <a:lstStyle/>
          <a:p>
            <a:pPr algn="l">
              <a:lnSpc>
                <a:spcPct val="105000"/>
              </a:lnSpc>
              <a:spcAft>
                <a:spcPts val="800"/>
              </a:spcAft>
            </a:pPr>
            <a:r>
              <a:rPr sz="1400" b="0" i="0">
                <a:solidFill>
                  <a:srgbClr val="E6EDF3"/>
                </a:solidFill>
                <a:latin typeface="Consolas"/>
              </a:rPr>
              <a:t>FileAccessProvider</a:t>
            </a:r>
          </a:p>
        </p:txBody>
      </p:sp>
      <p:sp>
        <p:nvSpPr>
          <p:cNvPr id="21" name="TextBox 20"/>
          <p:cNvSpPr txBox="1"/>
          <p:nvPr/>
        </p:nvSpPr>
        <p:spPr>
          <a:xfrm>
            <a:off x="3611880" y="3941064"/>
            <a:ext cx="3035808" cy="384048"/>
          </a:xfrm>
          <a:prstGeom prst="rect">
            <a:avLst/>
          </a:prstGeom>
          <a:noFill/>
        </p:spPr>
        <p:txBody>
          <a:bodyPr wrap="square" lIns="0" tIns="0" rIns="0" bIns="0" anchor="t">
            <a:spAutoFit/>
          </a:bodyPr>
          <a:lstStyle/>
          <a:p>
            <a:pPr algn="l">
              <a:lnSpc>
                <a:spcPct val="105000"/>
              </a:lnSpc>
              <a:spcAft>
                <a:spcPts val="800"/>
              </a:spcAft>
            </a:pPr>
            <a:r>
              <a:rPr sz="1400" b="0" i="0">
                <a:solidFill>
                  <a:srgbClr val="3FB950"/>
                </a:solidFill>
                <a:latin typeface="Consolas"/>
              </a:rPr>
              <a:t>(nothing)</a:t>
            </a:r>
          </a:p>
        </p:txBody>
      </p:sp>
      <p:sp>
        <p:nvSpPr>
          <p:cNvPr id="22" name="TextBox 21"/>
          <p:cNvSpPr txBox="1"/>
          <p:nvPr/>
        </p:nvSpPr>
        <p:spPr>
          <a:xfrm>
            <a:off x="6812280" y="3941064"/>
            <a:ext cx="4407408" cy="384048"/>
          </a:xfrm>
          <a:prstGeom prst="rect">
            <a:avLst/>
          </a:prstGeom>
          <a:noFill/>
        </p:spPr>
        <p:txBody>
          <a:bodyPr wrap="square" lIns="0" tIns="0" rIns="0" bIns="0" anchor="t">
            <a:spAutoFit/>
          </a:bodyPr>
          <a:lstStyle/>
          <a:p>
            <a:pPr algn="l">
              <a:lnSpc>
                <a:spcPct val="105000"/>
              </a:lnSpc>
              <a:spcAft>
                <a:spcPts val="800"/>
              </a:spcAft>
            </a:pPr>
            <a:r>
              <a:rPr sz="1400" b="0" i="0">
                <a:solidFill>
                  <a:srgbClr val="8B949E"/>
                </a:solidFill>
                <a:latin typeface="Segoe UI"/>
              </a:rPr>
              <a:t>Opt-in. No setting is the setting</a:t>
            </a:r>
          </a:p>
        </p:txBody>
      </p:sp>
      <p:sp>
        <p:nvSpPr>
          <p:cNvPr id="23" name="Rectangle 22"/>
          <p:cNvSpPr/>
          <p:nvPr/>
        </p:nvSpPr>
        <p:spPr>
          <a:xfrm>
            <a:off x="777240" y="4242816"/>
            <a:ext cx="10637215" cy="19050"/>
          </a:xfrm>
          <a:prstGeom prst="rect">
            <a:avLst/>
          </a:prstGeom>
          <a:solidFill>
            <a:srgbClr val="2126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777240" y="4361688"/>
            <a:ext cx="2670048" cy="384048"/>
          </a:xfrm>
          <a:prstGeom prst="rect">
            <a:avLst/>
          </a:prstGeom>
          <a:noFill/>
        </p:spPr>
        <p:txBody>
          <a:bodyPr wrap="square" lIns="0" tIns="0" rIns="0" bIns="0" anchor="t">
            <a:spAutoFit/>
          </a:bodyPr>
          <a:lstStyle/>
          <a:p>
            <a:pPr algn="l">
              <a:lnSpc>
                <a:spcPct val="105000"/>
              </a:lnSpc>
              <a:spcAft>
                <a:spcPts val="800"/>
              </a:spcAft>
            </a:pPr>
            <a:r>
              <a:rPr sz="1400" b="0" i="0">
                <a:solidFill>
                  <a:srgbClr val="E6EDF3"/>
                </a:solidFill>
                <a:latin typeface="Consolas"/>
              </a:rPr>
              <a:t>TodoProvider</a:t>
            </a:r>
          </a:p>
        </p:txBody>
      </p:sp>
      <p:sp>
        <p:nvSpPr>
          <p:cNvPr id="25" name="TextBox 24"/>
          <p:cNvSpPr txBox="1"/>
          <p:nvPr/>
        </p:nvSpPr>
        <p:spPr>
          <a:xfrm>
            <a:off x="3611880" y="4361688"/>
            <a:ext cx="3035808" cy="384048"/>
          </a:xfrm>
          <a:prstGeom prst="rect">
            <a:avLst/>
          </a:prstGeom>
          <a:noFill/>
        </p:spPr>
        <p:txBody>
          <a:bodyPr wrap="square" lIns="0" tIns="0" rIns="0" bIns="0" anchor="t">
            <a:spAutoFit/>
          </a:bodyPr>
          <a:lstStyle/>
          <a:p>
            <a:pPr algn="l">
              <a:lnSpc>
                <a:spcPct val="105000"/>
              </a:lnSpc>
              <a:spcAft>
                <a:spcPts val="800"/>
              </a:spcAft>
            </a:pPr>
            <a:r>
              <a:rPr sz="1400" b="0" i="0">
                <a:solidFill>
                  <a:srgbClr val="3FB950"/>
                </a:solidFill>
                <a:latin typeface="Consolas"/>
              </a:rPr>
              <a:t>kept</a:t>
            </a:r>
          </a:p>
        </p:txBody>
      </p:sp>
      <p:sp>
        <p:nvSpPr>
          <p:cNvPr id="26" name="TextBox 25"/>
          <p:cNvSpPr txBox="1"/>
          <p:nvPr/>
        </p:nvSpPr>
        <p:spPr>
          <a:xfrm>
            <a:off x="6812280" y="4361688"/>
            <a:ext cx="4407408" cy="384048"/>
          </a:xfrm>
          <a:prstGeom prst="rect">
            <a:avLst/>
          </a:prstGeom>
          <a:noFill/>
        </p:spPr>
        <p:txBody>
          <a:bodyPr wrap="square" lIns="0" tIns="0" rIns="0" bIns="0" anchor="t">
            <a:spAutoFit/>
          </a:bodyPr>
          <a:lstStyle/>
          <a:p>
            <a:pPr algn="l">
              <a:lnSpc>
                <a:spcPct val="105000"/>
              </a:lnSpc>
              <a:spcAft>
                <a:spcPts val="800"/>
              </a:spcAft>
            </a:pPr>
            <a:r>
              <a:rPr sz="1400" b="0" i="0">
                <a:solidFill>
                  <a:srgbClr val="8B949E"/>
                </a:solidFill>
                <a:latin typeface="Segoe UI"/>
              </a:rPr>
              <a:t>Becomes the damage-control checklist for free</a:t>
            </a:r>
          </a:p>
        </p:txBody>
      </p:sp>
      <p:sp>
        <p:nvSpPr>
          <p:cNvPr id="27" name="Rectangle 26"/>
          <p:cNvSpPr/>
          <p:nvPr/>
        </p:nvSpPr>
        <p:spPr>
          <a:xfrm>
            <a:off x="777240" y="4663440"/>
            <a:ext cx="10637215" cy="19050"/>
          </a:xfrm>
          <a:prstGeom prst="rect">
            <a:avLst/>
          </a:prstGeom>
          <a:solidFill>
            <a:srgbClr val="2126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777240" y="4782312"/>
            <a:ext cx="2670048" cy="384048"/>
          </a:xfrm>
          <a:prstGeom prst="rect">
            <a:avLst/>
          </a:prstGeom>
          <a:noFill/>
        </p:spPr>
        <p:txBody>
          <a:bodyPr wrap="square" lIns="0" tIns="0" rIns="0" bIns="0" anchor="t">
            <a:spAutoFit/>
          </a:bodyPr>
          <a:lstStyle/>
          <a:p>
            <a:pPr algn="l">
              <a:lnSpc>
                <a:spcPct val="105000"/>
              </a:lnSpc>
              <a:spcAft>
                <a:spcPts val="800"/>
              </a:spcAft>
            </a:pPr>
            <a:r>
              <a:rPr sz="1400" b="0" i="0">
                <a:solidFill>
                  <a:srgbClr val="E6EDF3"/>
                </a:solidFill>
                <a:latin typeface="Consolas"/>
              </a:rPr>
              <a:t>Compaction</a:t>
            </a:r>
          </a:p>
        </p:txBody>
      </p:sp>
      <p:sp>
        <p:nvSpPr>
          <p:cNvPr id="29" name="TextBox 28"/>
          <p:cNvSpPr txBox="1"/>
          <p:nvPr/>
        </p:nvSpPr>
        <p:spPr>
          <a:xfrm>
            <a:off x="3611880" y="4782312"/>
            <a:ext cx="3035808" cy="384048"/>
          </a:xfrm>
          <a:prstGeom prst="rect">
            <a:avLst/>
          </a:prstGeom>
          <a:noFill/>
        </p:spPr>
        <p:txBody>
          <a:bodyPr wrap="square" lIns="0" tIns="0" rIns="0" bIns="0" anchor="t">
            <a:spAutoFit/>
          </a:bodyPr>
          <a:lstStyle/>
          <a:p>
            <a:pPr algn="l">
              <a:lnSpc>
                <a:spcPct val="105000"/>
              </a:lnSpc>
              <a:spcAft>
                <a:spcPts val="800"/>
              </a:spcAft>
            </a:pPr>
            <a:r>
              <a:rPr sz="1400" b="0" i="0">
                <a:solidFill>
                  <a:srgbClr val="F0B429"/>
                </a:solidFill>
                <a:latin typeface="Consolas"/>
              </a:rPr>
              <a:t>both token limits</a:t>
            </a:r>
          </a:p>
        </p:txBody>
      </p:sp>
      <p:sp>
        <p:nvSpPr>
          <p:cNvPr id="30" name="TextBox 29"/>
          <p:cNvSpPr txBox="1"/>
          <p:nvPr/>
        </p:nvSpPr>
        <p:spPr>
          <a:xfrm>
            <a:off x="6812280" y="4782312"/>
            <a:ext cx="4407408" cy="384048"/>
          </a:xfrm>
          <a:prstGeom prst="rect">
            <a:avLst/>
          </a:prstGeom>
          <a:noFill/>
        </p:spPr>
        <p:txBody>
          <a:bodyPr wrap="square" lIns="0" tIns="0" rIns="0" bIns="0" anchor="t">
            <a:spAutoFit/>
          </a:bodyPr>
          <a:lstStyle/>
          <a:p>
            <a:pPr algn="l">
              <a:lnSpc>
                <a:spcPct val="105000"/>
              </a:lnSpc>
              <a:spcAft>
                <a:spcPts val="800"/>
              </a:spcAft>
            </a:pPr>
            <a:r>
              <a:rPr sz="1400" b="0" i="0">
                <a:solidFill>
                  <a:srgbClr val="8B949E"/>
                </a:solidFill>
                <a:latin typeface="Segoe UI"/>
              </a:rPr>
              <a:t>Setting only one silently disables it</a:t>
            </a:r>
          </a:p>
        </p:txBody>
      </p:sp>
      <p:sp>
        <p:nvSpPr>
          <p:cNvPr id="31" name="Rectangle 30"/>
          <p:cNvSpPr/>
          <p:nvPr/>
        </p:nvSpPr>
        <p:spPr>
          <a:xfrm>
            <a:off x="777240" y="5084064"/>
            <a:ext cx="10637215" cy="19050"/>
          </a:xfrm>
          <a:prstGeom prst="rect">
            <a:avLst/>
          </a:prstGeom>
          <a:solidFill>
            <a:srgbClr val="2126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777240" y="6126480"/>
            <a:ext cx="10637215" cy="365760"/>
          </a:xfrm>
          <a:prstGeom prst="rect">
            <a:avLst/>
          </a:prstGeom>
          <a:noFill/>
        </p:spPr>
        <p:txBody>
          <a:bodyPr wrap="square" lIns="0" tIns="0" rIns="0" bIns="0" anchor="t">
            <a:spAutoFit/>
          </a:bodyPr>
          <a:lstStyle/>
          <a:p>
            <a:pPr algn="l">
              <a:lnSpc>
                <a:spcPct val="115000"/>
              </a:lnSpc>
              <a:spcAft>
                <a:spcPts val="800"/>
              </a:spcAft>
            </a:pPr>
            <a:r>
              <a:rPr sz="1700" b="1" i="0">
                <a:solidFill>
                  <a:srgbClr val="F0B429"/>
                </a:solidFill>
                <a:latin typeface="Segoe UI"/>
              </a:rPr>
              <a:t>Two of them touch your filesystem the moment the agent is constructed.</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0D1117"/>
        </a:solidFill>
        <a:effectLst/>
      </p:bgPr>
    </p:bg>
    <p:spTree>
      <p:nvGrpSpPr>
        <p:cNvPr id="1" name=""/>
        <p:cNvGrpSpPr/>
        <p:nvPr/>
      </p:nvGrpSpPr>
      <p:grpSpPr>
        <a:xfrm>
          <a:off x="0" y="0"/>
          <a:ext cx="0" cy="0"/>
          <a:chOff x="0" y="0"/>
          <a:chExt cx="0" cy="0"/>
        </a:xfrm>
      </p:grpSpPr>
      <p:sp>
        <p:nvSpPr>
          <p:cNvPr id="2" name="TextBox 1"/>
          <p:cNvSpPr txBox="1"/>
          <p:nvPr/>
        </p:nvSpPr>
        <p:spPr>
          <a:xfrm>
            <a:off x="777240" y="502920"/>
            <a:ext cx="10637215" cy="274320"/>
          </a:xfrm>
          <a:prstGeom prst="rect">
            <a:avLst/>
          </a:prstGeom>
          <a:noFill/>
        </p:spPr>
        <p:txBody>
          <a:bodyPr wrap="square" lIns="0" tIns="0" rIns="0" bIns="0" anchor="t">
            <a:spAutoFit/>
          </a:bodyPr>
          <a:lstStyle/>
          <a:p>
            <a:pPr algn="l">
              <a:lnSpc>
                <a:spcPct val="115000"/>
              </a:lnSpc>
              <a:spcAft>
                <a:spcPts val="800"/>
              </a:spcAft>
            </a:pPr>
            <a:r>
              <a:rPr sz="1300" b="1" i="0">
                <a:solidFill>
                  <a:srgbClr val="F85149"/>
                </a:solidFill>
                <a:latin typeface="Segoe UI"/>
              </a:rPr>
              <a:t>THE ONE THAT WILL BITE YOU IN PRODUCTION</a:t>
            </a:r>
          </a:p>
        </p:txBody>
      </p:sp>
      <p:sp>
        <p:nvSpPr>
          <p:cNvPr id="3" name="TextBox 2"/>
          <p:cNvSpPr txBox="1"/>
          <p:nvPr/>
        </p:nvSpPr>
        <p:spPr>
          <a:xfrm>
            <a:off x="777240" y="914400"/>
            <a:ext cx="10637215" cy="1005840"/>
          </a:xfrm>
          <a:prstGeom prst="rect">
            <a:avLst/>
          </a:prstGeom>
          <a:noFill/>
        </p:spPr>
        <p:txBody>
          <a:bodyPr wrap="square" lIns="0" tIns="0" rIns="0" bIns="0" anchor="t">
            <a:spAutoFit/>
          </a:bodyPr>
          <a:lstStyle/>
          <a:p>
            <a:pPr algn="l">
              <a:lnSpc>
                <a:spcPct val="115000"/>
              </a:lnSpc>
              <a:spcAft>
                <a:spcPts val="800"/>
              </a:spcAft>
            </a:pPr>
            <a:r>
              <a:rPr sz="3400" b="1" i="0">
                <a:solidFill>
                  <a:srgbClr val="E6EDF3"/>
                </a:solidFill>
                <a:latin typeface="Segoe UI"/>
              </a:rPr>
              <a:t>Compaction is off unless you set both limits</a:t>
            </a:r>
          </a:p>
        </p:txBody>
      </p:sp>
      <p:sp>
        <p:nvSpPr>
          <p:cNvPr id="4" name="Rectangle 3"/>
          <p:cNvSpPr/>
          <p:nvPr/>
        </p:nvSpPr>
        <p:spPr>
          <a:xfrm>
            <a:off x="777240" y="2011680"/>
            <a:ext cx="10637215" cy="1092708"/>
          </a:xfrm>
          <a:prstGeom prst="rect">
            <a:avLst/>
          </a:prstGeom>
          <a:solidFill>
            <a:srgbClr val="0F141C"/>
          </a:solidFill>
          <a:ln w="12700">
            <a:solidFill>
              <a:srgbClr val="3036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777240" y="2011680"/>
            <a:ext cx="38100" cy="1092708"/>
          </a:xfrm>
          <a:prstGeom prst="rect">
            <a:avLst/>
          </a:prstGeom>
          <a:solidFill>
            <a:srgbClr val="3036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051560" y="2194560"/>
            <a:ext cx="10134295" cy="726948"/>
          </a:xfrm>
          <a:prstGeom prst="rect">
            <a:avLst/>
          </a:prstGeom>
          <a:noFill/>
        </p:spPr>
        <p:txBody>
          <a:bodyPr wrap="square" lIns="0" tIns="0" rIns="0" bIns="0" anchor="t">
            <a:spAutoFit/>
          </a:bodyPr>
          <a:lstStyle/>
          <a:p>
            <a:pPr algn="l">
              <a:lnSpc>
                <a:spcPct val="100000"/>
              </a:lnSpc>
              <a:spcAft>
                <a:spcPts val="0"/>
              </a:spcAft>
            </a:pPr>
            <a:r>
              <a:rPr sz="1500" b="0" i="0">
                <a:solidFill>
                  <a:srgbClr val="79D6BE"/>
                </a:solidFill>
                <a:latin typeface="Consolas"/>
              </a:rPr>
              <a:t>MaxContextWindowTokens</a:t>
            </a:r>
            <a:r>
              <a:rPr sz="1500" b="0" i="0">
                <a:solidFill>
                  <a:srgbClr val="E6EDF3"/>
                </a:solidFill>
                <a:latin typeface="Consolas"/>
              </a:rPr>
              <a:t> = </a:t>
            </a:r>
            <a:r>
              <a:rPr sz="1500" b="0" i="0">
                <a:solidFill>
                  <a:srgbClr val="E8A87C"/>
                </a:solidFill>
                <a:latin typeface="Consolas"/>
              </a:rPr>
              <a:t>128_000</a:t>
            </a:r>
            <a:r>
              <a:rPr sz="1500" b="0" i="0">
                <a:solidFill>
                  <a:srgbClr val="E6EDF3"/>
                </a:solidFill>
                <a:latin typeface="Consolas"/>
              </a:rPr>
              <a:t>,</a:t>
            </a:r>
          </a:p>
          <a:p>
            <a:pPr algn="l">
              <a:lnSpc>
                <a:spcPct val="100000"/>
              </a:lnSpc>
              <a:spcAft>
                <a:spcPts val="0"/>
              </a:spcAft>
            </a:pPr>
            <a:r>
              <a:rPr sz="1500" b="0" i="0">
                <a:solidFill>
                  <a:srgbClr val="79D6BE"/>
                </a:solidFill>
                <a:latin typeface="Consolas"/>
              </a:rPr>
              <a:t>MaxOutputTokens</a:t>
            </a:r>
            <a:r>
              <a:rPr sz="1500" b="0" i="0">
                <a:solidFill>
                  <a:srgbClr val="E6EDF3"/>
                </a:solidFill>
                <a:latin typeface="Consolas"/>
              </a:rPr>
              <a:t>        = </a:t>
            </a:r>
            <a:r>
              <a:rPr sz="1500" b="0" i="0">
                <a:solidFill>
                  <a:srgbClr val="E8A87C"/>
                </a:solidFill>
                <a:latin typeface="Consolas"/>
              </a:rPr>
              <a:t>16_384</a:t>
            </a:r>
            <a:r>
              <a:rPr sz="1500" b="0" i="0">
                <a:solidFill>
                  <a:srgbClr val="E6EDF3"/>
                </a:solidFill>
                <a:latin typeface="Consolas"/>
              </a:rPr>
              <a:t>,     </a:t>
            </a:r>
            <a:r>
              <a:rPr sz="1500" b="0" i="0">
                <a:solidFill>
                  <a:srgbClr val="6A7889"/>
                </a:solidFill>
                <a:latin typeface="Consolas"/>
              </a:rPr>
              <a:t>// set one and not the other:</a:t>
            </a:r>
          </a:p>
          <a:p>
            <a:pPr algn="l">
              <a:lnSpc>
                <a:spcPct val="100000"/>
              </a:lnSpc>
              <a:spcAft>
                <a:spcPts val="0"/>
              </a:spcAft>
            </a:pPr>
            <a:r>
              <a:rPr sz="1500" b="0" i="0">
                <a:solidFill>
                  <a:srgbClr val="E6EDF3"/>
                </a:solidFill>
                <a:latin typeface="Consolas"/>
              </a:rPr>
              <a:t>                                     </a:t>
            </a:r>
            <a:r>
              <a:rPr sz="1500" b="0" i="0">
                <a:solidFill>
                  <a:srgbClr val="6A7889"/>
                </a:solidFill>
                <a:latin typeface="Consolas"/>
              </a:rPr>
              <a:t>//   no compaction, no warning, no error</a:t>
            </a:r>
          </a:p>
        </p:txBody>
      </p:sp>
      <p:sp>
        <p:nvSpPr>
          <p:cNvPr id="7" name="TextBox 6"/>
          <p:cNvSpPr txBox="1"/>
          <p:nvPr/>
        </p:nvSpPr>
        <p:spPr>
          <a:xfrm>
            <a:off x="777240" y="3561588"/>
            <a:ext cx="10637215" cy="1463040"/>
          </a:xfrm>
          <a:prstGeom prst="rect">
            <a:avLst/>
          </a:prstGeom>
          <a:noFill/>
        </p:spPr>
        <p:txBody>
          <a:bodyPr wrap="square" lIns="0" tIns="0" rIns="0" bIns="0" anchor="t">
            <a:spAutoFit/>
          </a:bodyPr>
          <a:lstStyle/>
          <a:p>
            <a:pPr algn="l">
              <a:lnSpc>
                <a:spcPct val="130000"/>
              </a:lnSpc>
              <a:spcAft>
                <a:spcPts val="1600"/>
              </a:spcAft>
            </a:pPr>
            <a:r>
              <a:rPr sz="2400" b="0" i="0">
                <a:solidFill>
                  <a:srgbClr val="E6EDF3"/>
                </a:solidFill>
                <a:latin typeface="Segoe UI"/>
              </a:rPr>
              <a:t>The compaction provider is added to the pipeline only when </a:t>
            </a:r>
            <a:r>
              <a:rPr sz="2400" b="1" i="1">
                <a:solidFill>
                  <a:srgbClr val="E6EDF3"/>
                </a:solidFill>
                <a:latin typeface="Segoe UI"/>
              </a:rPr>
              <a:t>both</a:t>
            </a:r>
            <a:r>
              <a:rPr sz="2400" b="0" i="0">
                <a:solidFill>
                  <a:srgbClr val="E6EDF3"/>
                </a:solidFill>
                <a:latin typeface="Segoe UI"/>
              </a:rPr>
              <a:t> are non-null.</a:t>
            </a:r>
          </a:p>
          <a:p>
            <a:pPr algn="l">
              <a:lnSpc>
                <a:spcPct val="130000"/>
              </a:lnSpc>
              <a:spcAft>
                <a:spcPts val="1600"/>
              </a:spcAft>
            </a:pPr>
            <a:r>
              <a:rPr sz="2400" b="1" i="0">
                <a:solidFill>
                  <a:srgbClr val="F85149"/>
                </a:solidFill>
                <a:latin typeface="Segoe UI"/>
              </a:rPr>
              <a:t>You find out on the turn the context window overflows.</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0D1117"/>
        </a:solidFill>
        <a:effectLst/>
      </p:bgPr>
    </p:bg>
    <p:spTree>
      <p:nvGrpSpPr>
        <p:cNvPr id="1" name=""/>
        <p:cNvGrpSpPr/>
        <p:nvPr/>
      </p:nvGrpSpPr>
      <p:grpSpPr>
        <a:xfrm>
          <a:off x="0" y="0"/>
          <a:ext cx="0" cy="0"/>
          <a:chOff x="0" y="0"/>
          <a:chExt cx="0" cy="0"/>
        </a:xfrm>
      </p:grpSpPr>
      <p:sp>
        <p:nvSpPr>
          <p:cNvPr id="2" name="TextBox 1"/>
          <p:cNvSpPr txBox="1"/>
          <p:nvPr/>
        </p:nvSpPr>
        <p:spPr>
          <a:xfrm>
            <a:off x="777240" y="502920"/>
            <a:ext cx="10637215" cy="274320"/>
          </a:xfrm>
          <a:prstGeom prst="rect">
            <a:avLst/>
          </a:prstGeom>
          <a:noFill/>
        </p:spPr>
        <p:txBody>
          <a:bodyPr wrap="square" lIns="0" tIns="0" rIns="0" bIns="0" anchor="t">
            <a:spAutoFit/>
          </a:bodyPr>
          <a:lstStyle/>
          <a:p>
            <a:pPr algn="l">
              <a:lnSpc>
                <a:spcPct val="115000"/>
              </a:lnSpc>
              <a:spcAft>
                <a:spcPts val="800"/>
              </a:spcAft>
            </a:pPr>
            <a:r>
              <a:rPr sz="1300" b="1" i="0">
                <a:solidFill>
                  <a:srgbClr val="F85149"/>
                </a:solidFill>
                <a:latin typeface="Segoe UI"/>
              </a:rPr>
              <a:t>THE BATTERIES HAVE A VOICE</a:t>
            </a:r>
          </a:p>
        </p:txBody>
      </p:sp>
      <p:sp>
        <p:nvSpPr>
          <p:cNvPr id="3" name="TextBox 2"/>
          <p:cNvSpPr txBox="1"/>
          <p:nvPr/>
        </p:nvSpPr>
        <p:spPr>
          <a:xfrm>
            <a:off x="777240" y="914400"/>
            <a:ext cx="10637215" cy="1005840"/>
          </a:xfrm>
          <a:prstGeom prst="rect">
            <a:avLst/>
          </a:prstGeom>
          <a:noFill/>
        </p:spPr>
        <p:txBody>
          <a:bodyPr wrap="square" lIns="0" tIns="0" rIns="0" bIns="0" anchor="t">
            <a:spAutoFit/>
          </a:bodyPr>
          <a:lstStyle/>
          <a:p>
            <a:pPr algn="l">
              <a:lnSpc>
                <a:spcPct val="115000"/>
              </a:lnSpc>
              <a:spcAft>
                <a:spcPts val="800"/>
              </a:spcAft>
            </a:pPr>
            <a:r>
              <a:rPr sz="3600" b="1" i="0">
                <a:solidFill>
                  <a:srgbClr val="E6EDF3"/>
                </a:solidFill>
                <a:latin typeface="Segoe UI"/>
              </a:rPr>
              <a:t>The framework talks through your character</a:t>
            </a:r>
          </a:p>
        </p:txBody>
      </p:sp>
      <p:sp>
        <p:nvSpPr>
          <p:cNvPr id="4" name="Rectangle 3"/>
          <p:cNvSpPr/>
          <p:nvPr/>
        </p:nvSpPr>
        <p:spPr>
          <a:xfrm>
            <a:off x="777240" y="1965960"/>
            <a:ext cx="10637215" cy="1573144"/>
          </a:xfrm>
          <a:prstGeom prst="rect">
            <a:avLst/>
          </a:prstGeom>
          <a:solidFill>
            <a:srgbClr val="161B22"/>
          </a:solidFill>
          <a:ln w="12700">
            <a:solidFill>
              <a:srgbClr val="3036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033272" y="2167128"/>
            <a:ext cx="10125151" cy="1170808"/>
          </a:xfrm>
          <a:prstGeom prst="rect">
            <a:avLst/>
          </a:prstGeom>
          <a:noFill/>
        </p:spPr>
        <p:txBody>
          <a:bodyPr wrap="square" lIns="0" tIns="0" rIns="0" bIns="0" anchor="t">
            <a:spAutoFit/>
          </a:bodyPr>
          <a:lstStyle/>
          <a:p>
            <a:pPr algn="l">
              <a:lnSpc>
                <a:spcPct val="100000"/>
              </a:lnSpc>
              <a:spcAft>
                <a:spcPts val="0"/>
              </a:spcAft>
            </a:pPr>
            <a:r>
              <a:rPr sz="1500" b="0" i="0">
                <a:solidFill>
                  <a:srgbClr val="E6EDF3"/>
                </a:solidFill>
                <a:latin typeface="Consolas"/>
              </a:rPr>
              <a:t>  AURORA  · mode_set          ← harness</a:t>
            </a:r>
          </a:p>
          <a:p>
            <a:pPr algn="l">
              <a:lnSpc>
                <a:spcPct val="100000"/>
              </a:lnSpc>
              <a:spcAft>
                <a:spcPts val="0"/>
              </a:spcAft>
            </a:pPr>
            <a:r>
              <a:rPr sz="1500" b="0" i="0">
                <a:solidFill>
                  <a:srgbClr val="E6EDF3"/>
                </a:solidFill>
                <a:latin typeface="Consolas"/>
              </a:rPr>
              <a:t>          · ScanSector        ← ship</a:t>
            </a:r>
          </a:p>
          <a:p>
            <a:pPr algn="l">
              <a:lnSpc>
                <a:spcPct val="100000"/>
              </a:lnSpc>
              <a:spcAft>
                <a:spcPts val="0"/>
              </a:spcAft>
            </a:pPr>
            <a:r>
              <a:rPr sz="1500" b="0" i="0">
                <a:solidFill>
                  <a:srgbClr val="E6EDF3"/>
                </a:solidFill>
                <a:latin typeface="Consolas"/>
              </a:rPr>
              <a:t>          · ReadShipLog       ← ship</a:t>
            </a:r>
          </a:p>
          <a:p>
            <a:pPr algn="l">
              <a:lnSpc>
                <a:spcPct val="100000"/>
              </a:lnSpc>
              <a:spcAft>
                <a:spcPts val="0"/>
              </a:spcAft>
            </a:pPr>
            <a:r>
              <a:rPr sz="1500" b="0" i="0">
                <a:solidFill>
                  <a:srgbClr val="E6EDF3"/>
                </a:solidFill>
                <a:latin typeface="Consolas"/>
              </a:rPr>
              <a:t>          · todos_complete    ← harness</a:t>
            </a:r>
          </a:p>
          <a:p>
            <a:pPr algn="l">
              <a:lnSpc>
                <a:spcPct val="100000"/>
              </a:lnSpc>
              <a:spcAft>
                <a:spcPts val="0"/>
              </a:spcAft>
            </a:pPr>
            <a:r>
              <a:rPr sz="1500" b="0" i="0">
                <a:solidFill>
                  <a:srgbClr val="E6EDF3"/>
                </a:solidFill>
                <a:latin typeface="Consolas"/>
              </a:rPr>
              <a:t>          · todos_complete    ← harness</a:t>
            </a:r>
          </a:p>
        </p:txBody>
      </p:sp>
      <p:sp>
        <p:nvSpPr>
          <p:cNvPr id="6" name="TextBox 5"/>
          <p:cNvSpPr txBox="1"/>
          <p:nvPr/>
        </p:nvSpPr>
        <p:spPr>
          <a:xfrm>
            <a:off x="777240" y="3749039"/>
            <a:ext cx="10637215" cy="457200"/>
          </a:xfrm>
          <a:prstGeom prst="rect">
            <a:avLst/>
          </a:prstGeom>
          <a:noFill/>
        </p:spPr>
        <p:txBody>
          <a:bodyPr wrap="square" lIns="0" tIns="0" rIns="0" bIns="0" anchor="t">
            <a:spAutoFit/>
          </a:bodyPr>
          <a:lstStyle/>
          <a:p>
            <a:pPr algn="l">
              <a:lnSpc>
                <a:spcPct val="115000"/>
              </a:lnSpc>
              <a:spcAft>
                <a:spcPts val="800"/>
              </a:spcAft>
            </a:pPr>
            <a:r>
              <a:rPr sz="1900" b="0" i="0">
                <a:solidFill>
                  <a:srgbClr val="8B949E"/>
                </a:solidFill>
                <a:latin typeface="Segoe UI"/>
              </a:rPr>
              <a:t>Whole turns were nothing but </a:t>
            </a:r>
            <a:r>
              <a:rPr sz="1900" b="0" i="0">
                <a:solidFill>
                  <a:srgbClr val="F0B429"/>
                </a:solidFill>
                <a:latin typeface="Consolas"/>
              </a:rPr>
              <a:t>todos_add</a:t>
            </a:r>
            <a:r>
              <a:rPr sz="1900" b="0" i="0">
                <a:solidFill>
                  <a:srgbClr val="8B949E"/>
                </a:solidFill>
                <a:latin typeface="Segoe UI"/>
              </a:rPr>
              <a:t> — which reads as the agent working when it is the agent filing.</a:t>
            </a:r>
          </a:p>
        </p:txBody>
      </p:sp>
      <p:sp>
        <p:nvSpPr>
          <p:cNvPr id="7" name="Rectangle 6"/>
          <p:cNvSpPr/>
          <p:nvPr/>
        </p:nvSpPr>
        <p:spPr>
          <a:xfrm>
            <a:off x="777240" y="4526280"/>
            <a:ext cx="2926080" cy="19050"/>
          </a:xfrm>
          <a:prstGeom prst="rect">
            <a:avLst/>
          </a:prstGeom>
          <a:solidFill>
            <a:srgbClr val="3036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77240" y="4800600"/>
            <a:ext cx="10637215" cy="1097280"/>
          </a:xfrm>
          <a:prstGeom prst="rect">
            <a:avLst/>
          </a:prstGeom>
          <a:noFill/>
        </p:spPr>
        <p:txBody>
          <a:bodyPr wrap="square" lIns="0" tIns="0" rIns="0" bIns="0" anchor="t">
            <a:spAutoFit/>
          </a:bodyPr>
          <a:lstStyle/>
          <a:p>
            <a:pPr algn="l">
              <a:lnSpc>
                <a:spcPct val="125000"/>
              </a:lnSpc>
              <a:spcAft>
                <a:spcPts val="1000"/>
              </a:spcAft>
            </a:pPr>
            <a:r>
              <a:rPr sz="1700" b="0" i="0">
                <a:solidFill>
                  <a:srgbClr val="8B949E"/>
                </a:solidFill>
                <a:latin typeface="Segoe UI"/>
              </a:rPr>
              <a:t>And it leaks into the voice. AURORA opened a voyage with:</a:t>
            </a:r>
          </a:p>
          <a:p>
            <a:pPr algn="l">
              <a:lnSpc>
                <a:spcPct val="125000"/>
              </a:lnSpc>
              <a:spcAft>
                <a:spcPts val="1000"/>
              </a:spcAft>
            </a:pPr>
            <a:r>
              <a:rPr sz="2400" b="0" i="1">
                <a:solidFill>
                  <a:srgbClr val="58A6FF"/>
                </a:solidFill>
                <a:latin typeface="Segoe UI"/>
              </a:rPr>
              <a:t>“No outstanding tasks. Standing by for orders.”</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0D1117"/>
        </a:solidFill>
        <a:effectLst/>
      </p:bgPr>
    </p:bg>
    <p:spTree>
      <p:nvGrpSpPr>
        <p:cNvPr id="1" name=""/>
        <p:cNvGrpSpPr/>
        <p:nvPr/>
      </p:nvGrpSpPr>
      <p:grpSpPr>
        <a:xfrm>
          <a:off x="0" y="0"/>
          <a:ext cx="0" cy="0"/>
          <a:chOff x="0" y="0"/>
          <a:chExt cx="0" cy="0"/>
        </a:xfrm>
      </p:grpSpPr>
      <p:sp>
        <p:nvSpPr>
          <p:cNvPr id="2" name="TextBox 1"/>
          <p:cNvSpPr txBox="1"/>
          <p:nvPr/>
        </p:nvSpPr>
        <p:spPr>
          <a:xfrm>
            <a:off x="777240" y="502920"/>
            <a:ext cx="10637215" cy="274320"/>
          </a:xfrm>
          <a:prstGeom prst="rect">
            <a:avLst/>
          </a:prstGeom>
          <a:noFill/>
        </p:spPr>
        <p:txBody>
          <a:bodyPr wrap="square" lIns="0" tIns="0" rIns="0" bIns="0" anchor="t">
            <a:spAutoFit/>
          </a:bodyPr>
          <a:lstStyle/>
          <a:p>
            <a:pPr algn="l">
              <a:lnSpc>
                <a:spcPct val="115000"/>
              </a:lnSpc>
              <a:spcAft>
                <a:spcPts val="800"/>
              </a:spcAft>
            </a:pPr>
            <a:r>
              <a:rPr sz="1300" b="1" i="0">
                <a:solidFill>
                  <a:srgbClr val="F0B429"/>
                </a:solidFill>
                <a:latin typeface="Consolas"/>
              </a:rPr>
              <a:t>src/ShipAI.Agent/Tools/SensorTools.cs</a:t>
            </a:r>
          </a:p>
        </p:txBody>
      </p:sp>
      <p:sp>
        <p:nvSpPr>
          <p:cNvPr id="3" name="TextBox 2"/>
          <p:cNvSpPr txBox="1"/>
          <p:nvPr/>
        </p:nvSpPr>
        <p:spPr>
          <a:xfrm>
            <a:off x="777240" y="914400"/>
            <a:ext cx="10637215" cy="1005840"/>
          </a:xfrm>
          <a:prstGeom prst="rect">
            <a:avLst/>
          </a:prstGeom>
          <a:noFill/>
        </p:spPr>
        <p:txBody>
          <a:bodyPr wrap="square" lIns="0" tIns="0" rIns="0" bIns="0" anchor="t">
            <a:spAutoFit/>
          </a:bodyPr>
          <a:lstStyle/>
          <a:p>
            <a:pPr algn="l">
              <a:lnSpc>
                <a:spcPct val="115000"/>
              </a:lnSpc>
              <a:spcAft>
                <a:spcPts val="800"/>
              </a:spcAft>
            </a:pPr>
            <a:r>
              <a:rPr sz="3400" b="1" i="0">
                <a:solidFill>
                  <a:srgbClr val="E6EDF3"/>
                </a:solidFill>
                <a:latin typeface="Segoe UI"/>
              </a:rPr>
              <a:t>A tool is a method with a good description</a:t>
            </a:r>
          </a:p>
        </p:txBody>
      </p:sp>
      <p:sp>
        <p:nvSpPr>
          <p:cNvPr id="4" name="Rectangle 3"/>
          <p:cNvSpPr/>
          <p:nvPr/>
        </p:nvSpPr>
        <p:spPr>
          <a:xfrm>
            <a:off x="777240" y="1783080"/>
            <a:ext cx="10637215" cy="3785616"/>
          </a:xfrm>
          <a:prstGeom prst="rect">
            <a:avLst/>
          </a:prstGeom>
          <a:solidFill>
            <a:srgbClr val="0F141C"/>
          </a:solidFill>
          <a:ln w="12700">
            <a:solidFill>
              <a:srgbClr val="3036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777240" y="1783080"/>
            <a:ext cx="38100" cy="3785616"/>
          </a:xfrm>
          <a:prstGeom prst="rect">
            <a:avLst/>
          </a:prstGeom>
          <a:solidFill>
            <a:srgbClr val="3036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051560" y="1965960"/>
            <a:ext cx="10134295" cy="3419856"/>
          </a:xfrm>
          <a:prstGeom prst="rect">
            <a:avLst/>
          </a:prstGeom>
          <a:noFill/>
        </p:spPr>
        <p:txBody>
          <a:bodyPr wrap="square" lIns="0" tIns="0" rIns="0" bIns="0" anchor="t">
            <a:spAutoFit/>
          </a:bodyPr>
          <a:lstStyle/>
          <a:p>
            <a:pPr algn="l">
              <a:lnSpc>
                <a:spcPct val="100000"/>
              </a:lnSpc>
              <a:spcAft>
                <a:spcPts val="0"/>
              </a:spcAft>
            </a:pPr>
            <a:r>
              <a:rPr sz="1200" b="0" i="0">
                <a:solidFill>
                  <a:srgbClr val="E6EDF3"/>
                </a:solidFill>
                <a:latin typeface="Consolas"/>
              </a:rPr>
              <a:t>[</a:t>
            </a:r>
            <a:r>
              <a:rPr sz="1200" b="0" i="0">
                <a:solidFill>
                  <a:srgbClr val="79D6BE"/>
                </a:solidFill>
                <a:latin typeface="Consolas"/>
              </a:rPr>
              <a:t>Description</a:t>
            </a:r>
            <a:r>
              <a:rPr sz="1200" b="0" i="0">
                <a:solidFill>
                  <a:srgbClr val="E6EDF3"/>
                </a:solidFill>
                <a:latin typeface="Consolas"/>
              </a:rPr>
              <a:t>(</a:t>
            </a:r>
            <a:r>
              <a:rPr sz="1200" b="0" i="0">
                <a:solidFill>
                  <a:srgbClr val="9FD98A"/>
                </a:solidFill>
                <a:latin typeface="Consolas"/>
              </a:rPr>
              <a:t>"""</a:t>
            </a:r>
          </a:p>
          <a:p>
            <a:pPr algn="l">
              <a:lnSpc>
                <a:spcPct val="100000"/>
              </a:lnSpc>
              <a:spcAft>
                <a:spcPts val="0"/>
              </a:spcAft>
            </a:pPr>
            <a:r>
              <a:rPr sz="1200" b="0" i="0">
                <a:solidFill>
                  <a:srgbClr val="9FD98A"/>
                </a:solidFill>
                <a:latin typeface="Consolas"/>
              </a:rPr>
              <a:t>    Sweeps the current sector and returns every sensor contact: contact ID,</a:t>
            </a:r>
          </a:p>
          <a:p>
            <a:pPr algn="l">
              <a:lnSpc>
                <a:spcPct val="100000"/>
              </a:lnSpc>
              <a:spcAft>
                <a:spcPts val="0"/>
              </a:spcAft>
            </a:pPr>
            <a:r>
              <a:rPr sz="1200" b="0" i="0">
                <a:solidFill>
                  <a:srgbClr val="9FD98A"/>
                </a:solidFill>
                <a:latin typeface="Consolas"/>
              </a:rPr>
              <a:t>    designation, bearing in degrees, range in AU, and drive signature. Use the</a:t>
            </a:r>
          </a:p>
          <a:p>
            <a:pPr algn="l">
              <a:lnSpc>
                <a:spcPct val="100000"/>
              </a:lnSpc>
              <a:spcAft>
                <a:spcPts val="0"/>
              </a:spcAft>
            </a:pPr>
            <a:r>
              <a:rPr sz="1200" b="0" i="0">
                <a:solidFill>
                  <a:srgbClr val="9FD98A"/>
                </a:solidFill>
                <a:latin typeface="Consolas"/>
              </a:rPr>
              <a:t>    returned contact IDs with AnalyseContact. The result is a snapshot stamped</a:t>
            </a:r>
          </a:p>
          <a:p>
            <a:pPr algn="l">
              <a:lnSpc>
                <a:spcPct val="100000"/>
              </a:lnSpc>
              <a:spcAft>
                <a:spcPts val="0"/>
              </a:spcAft>
            </a:pPr>
            <a:r>
              <a:rPr sz="1200" b="0" i="0">
                <a:solidFill>
                  <a:srgbClr val="9FD98A"/>
                </a:solidFill>
                <a:latin typeface="Consolas"/>
              </a:rPr>
              <a:t>    with the turn it was taken on. Contacts arrive and depart between turns, so</a:t>
            </a:r>
          </a:p>
          <a:p>
            <a:pPr algn="l">
              <a:lnSpc>
                <a:spcPct val="100000"/>
              </a:lnSpc>
              <a:spcAft>
                <a:spcPts val="0"/>
              </a:spcAft>
            </a:pPr>
            <a:r>
              <a:rPr sz="1200" b="0" i="0">
                <a:solidFill>
                  <a:srgbClr val="9FD98A"/>
                </a:solidFill>
                <a:latin typeface="Consolas"/>
              </a:rPr>
              <a:t>    a sweep from an earlier turn is not evidence about this one.</a:t>
            </a:r>
          </a:p>
          <a:p>
            <a:pPr algn="l">
              <a:lnSpc>
                <a:spcPct val="100000"/>
              </a:lnSpc>
              <a:spcAft>
                <a:spcPts val="0"/>
              </a:spcAft>
            </a:pPr>
            <a:r>
              <a:rPr sz="1200" b="0" i="0">
                <a:solidFill>
                  <a:srgbClr val="9FD98A"/>
                </a:solidFill>
                <a:latin typeface="Consolas"/>
              </a:rPr>
              <a:t>    """</a:t>
            </a:r>
            <a:r>
              <a:rPr sz="1200" b="0" i="0">
                <a:solidFill>
                  <a:srgbClr val="E6EDF3"/>
                </a:solidFill>
                <a:latin typeface="Consolas"/>
              </a:rPr>
              <a:t>)]</a:t>
            </a:r>
          </a:p>
          <a:p>
            <a:pPr algn="l">
              <a:lnSpc>
                <a:spcPct val="100000"/>
              </a:lnSpc>
              <a:spcAft>
                <a:spcPts val="0"/>
              </a:spcAft>
            </a:pPr>
            <a:r>
              <a:rPr sz="1200" b="0" i="0">
                <a:solidFill>
                  <a:srgbClr val="7FB6FF"/>
                </a:solidFill>
                <a:latin typeface="Consolas"/>
              </a:rPr>
              <a:t>public</a:t>
            </a:r>
            <a:r>
              <a:rPr sz="1200" b="0" i="0">
                <a:solidFill>
                  <a:srgbClr val="E6EDF3"/>
                </a:solidFill>
                <a:latin typeface="Consolas"/>
              </a:rPr>
              <a:t> </a:t>
            </a:r>
            <a:r>
              <a:rPr sz="1200" b="0" i="0">
                <a:solidFill>
                  <a:srgbClr val="7FB6FF"/>
                </a:solidFill>
                <a:latin typeface="Consolas"/>
              </a:rPr>
              <a:t>string</a:t>
            </a:r>
            <a:r>
              <a:rPr sz="1200" b="0" i="0">
                <a:solidFill>
                  <a:srgbClr val="E6EDF3"/>
                </a:solidFill>
                <a:latin typeface="Consolas"/>
              </a:rPr>
              <a:t> </a:t>
            </a:r>
            <a:r>
              <a:rPr sz="1200" b="0" i="0">
                <a:solidFill>
                  <a:srgbClr val="79D6BE"/>
                </a:solidFill>
                <a:latin typeface="Consolas"/>
              </a:rPr>
              <a:t>ScanSector</a:t>
            </a:r>
            <a:r>
              <a:rPr sz="1200" b="0" i="0">
                <a:solidFill>
                  <a:srgbClr val="E6EDF3"/>
                </a:solidFill>
                <a:latin typeface="Consolas"/>
              </a:rPr>
              <a:t>()</a:t>
            </a:r>
          </a:p>
          <a:p>
            <a:pPr algn="l">
              <a:lnSpc>
                <a:spcPct val="100000"/>
              </a:lnSpc>
              <a:spcAft>
                <a:spcPts val="0"/>
              </a:spcAft>
            </a:pPr>
            <a:r>
              <a:rPr sz="1200" b="0" i="0">
                <a:solidFill>
                  <a:srgbClr val="E6EDF3"/>
                </a:solidFill>
                <a:latin typeface="Consolas"/>
              </a:rPr>
              <a:t>{</a:t>
            </a:r>
          </a:p>
          <a:p>
            <a:pPr algn="l">
              <a:lnSpc>
                <a:spcPct val="100000"/>
              </a:lnSpc>
              <a:spcAft>
                <a:spcPts val="0"/>
              </a:spcAft>
            </a:pPr>
            <a:r>
              <a:rPr sz="1200" b="0" i="0">
                <a:solidFill>
                  <a:srgbClr val="E6EDF3"/>
                </a:solidFill>
                <a:latin typeface="Consolas"/>
              </a:rPr>
              <a:t>    </a:t>
            </a:r>
            <a:r>
              <a:rPr sz="1200" b="0" i="0">
                <a:solidFill>
                  <a:srgbClr val="7FB6FF"/>
                </a:solidFill>
                <a:latin typeface="Consolas"/>
              </a:rPr>
              <a:t>var</a:t>
            </a:r>
            <a:r>
              <a:rPr sz="1200" b="0" i="0">
                <a:solidFill>
                  <a:srgbClr val="E6EDF3"/>
                </a:solidFill>
                <a:latin typeface="Consolas"/>
              </a:rPr>
              <a:t> contacts = simulation.</a:t>
            </a:r>
            <a:r>
              <a:rPr sz="1200" b="0" i="0">
                <a:solidFill>
                  <a:srgbClr val="79D6BE"/>
                </a:solidFill>
                <a:latin typeface="Consolas"/>
              </a:rPr>
              <a:t>State</a:t>
            </a:r>
            <a:r>
              <a:rPr sz="1200" b="0" i="0">
                <a:solidFill>
                  <a:srgbClr val="E6EDF3"/>
                </a:solidFill>
                <a:latin typeface="Consolas"/>
              </a:rPr>
              <a:t>.</a:t>
            </a:r>
            <a:r>
              <a:rPr sz="1200" b="0" i="0">
                <a:solidFill>
                  <a:srgbClr val="79D6BE"/>
                </a:solidFill>
                <a:latin typeface="Consolas"/>
              </a:rPr>
              <a:t>Contacts</a:t>
            </a:r>
            <a:r>
              <a:rPr sz="1200" b="0" i="0">
                <a:solidFill>
                  <a:srgbClr val="E6EDF3"/>
                </a:solidFill>
                <a:latin typeface="Consolas"/>
              </a:rPr>
              <a:t>;</a:t>
            </a:r>
          </a:p>
          <a:p>
            <a:pPr algn="l">
              <a:lnSpc>
                <a:spcPct val="100000"/>
              </a:lnSpc>
              <a:spcAft>
                <a:spcPts val="0"/>
              </a:spcAft>
            </a:pPr>
            <a:r>
              <a:rPr sz="1200" b="0" i="0">
                <a:solidFill>
                  <a:srgbClr val="E6EDF3"/>
                </a:solidFill>
                <a:latin typeface="Consolas"/>
              </a:rPr>
              <a:t> </a:t>
            </a:r>
          </a:p>
          <a:p>
            <a:pPr algn="l">
              <a:lnSpc>
                <a:spcPct val="100000"/>
              </a:lnSpc>
              <a:spcAft>
                <a:spcPts val="0"/>
              </a:spcAft>
            </a:pPr>
            <a:r>
              <a:rPr sz="1200" b="0" i="0">
                <a:solidFill>
                  <a:srgbClr val="E6EDF3"/>
                </a:solidFill>
                <a:latin typeface="Consolas"/>
              </a:rPr>
              <a:t>    </a:t>
            </a:r>
            <a:r>
              <a:rPr sz="1200" b="0" i="0">
                <a:solidFill>
                  <a:srgbClr val="7FB6FF"/>
                </a:solidFill>
                <a:latin typeface="Consolas"/>
              </a:rPr>
              <a:t>if</a:t>
            </a:r>
            <a:r>
              <a:rPr sz="1200" b="0" i="0">
                <a:solidFill>
                  <a:srgbClr val="E6EDF3"/>
                </a:solidFill>
                <a:latin typeface="Consolas"/>
              </a:rPr>
              <a:t> (contacts.</a:t>
            </a:r>
            <a:r>
              <a:rPr sz="1200" b="0" i="0">
                <a:solidFill>
                  <a:srgbClr val="79D6BE"/>
                </a:solidFill>
                <a:latin typeface="Consolas"/>
              </a:rPr>
              <a:t>Length</a:t>
            </a:r>
            <a:r>
              <a:rPr sz="1200" b="0" i="0">
                <a:solidFill>
                  <a:srgbClr val="E6EDF3"/>
                </a:solidFill>
                <a:latin typeface="Consolas"/>
              </a:rPr>
              <a:t> == </a:t>
            </a:r>
            <a:r>
              <a:rPr sz="1200" b="0" i="0">
                <a:solidFill>
                  <a:srgbClr val="E8A87C"/>
                </a:solidFill>
                <a:latin typeface="Consolas"/>
              </a:rPr>
              <a:t>0</a:t>
            </a:r>
            <a:r>
              <a:rPr sz="1200" b="0" i="0">
                <a:solidFill>
                  <a:srgbClr val="E6EDF3"/>
                </a:solidFill>
                <a:latin typeface="Consolas"/>
              </a:rPr>
              <a:t>)</a:t>
            </a:r>
          </a:p>
          <a:p>
            <a:pPr algn="l">
              <a:lnSpc>
                <a:spcPct val="100000"/>
              </a:lnSpc>
              <a:spcAft>
                <a:spcPts val="0"/>
              </a:spcAft>
            </a:pPr>
            <a:r>
              <a:rPr sz="1200" b="0" i="0">
                <a:solidFill>
                  <a:srgbClr val="E6EDF3"/>
                </a:solidFill>
                <a:latin typeface="Consolas"/>
              </a:rPr>
              <a:t>        </a:t>
            </a:r>
            <a:r>
              <a:rPr sz="1200" b="0" i="0">
                <a:solidFill>
                  <a:srgbClr val="7FB6FF"/>
                </a:solidFill>
                <a:latin typeface="Consolas"/>
              </a:rPr>
              <a:t>return</a:t>
            </a:r>
            <a:r>
              <a:rPr sz="1200" b="0" i="0">
                <a:solidFill>
                  <a:srgbClr val="E6EDF3"/>
                </a:solidFill>
                <a:latin typeface="Consolas"/>
              </a:rPr>
              <a:t> </a:t>
            </a:r>
            <a:r>
              <a:rPr sz="1200" b="0" i="0">
                <a:solidFill>
                  <a:srgbClr val="79D6BE"/>
                </a:solidFill>
                <a:latin typeface="Consolas"/>
              </a:rPr>
              <a:t>Stamped</a:t>
            </a:r>
            <a:r>
              <a:rPr sz="1200" b="0" i="0">
                <a:solidFill>
                  <a:srgbClr val="E6EDF3"/>
                </a:solidFill>
                <a:latin typeface="Consolas"/>
              </a:rPr>
              <a:t>(</a:t>
            </a:r>
            <a:r>
              <a:rPr sz="1200" b="0" i="0">
                <a:solidFill>
                  <a:srgbClr val="9FD98A"/>
                </a:solidFill>
                <a:latin typeface="Consolas"/>
              </a:rPr>
              <a:t>"Sector sweep complete. No contacts. Background only."</a:t>
            </a:r>
            <a:r>
              <a:rPr sz="1200" b="0" i="0">
                <a:solidFill>
                  <a:srgbClr val="E6EDF3"/>
                </a:solidFill>
                <a:latin typeface="Consolas"/>
              </a:rPr>
              <a:t>);</a:t>
            </a:r>
          </a:p>
          <a:p>
            <a:pPr algn="l">
              <a:lnSpc>
                <a:spcPct val="100000"/>
              </a:lnSpc>
              <a:spcAft>
                <a:spcPts val="0"/>
              </a:spcAft>
            </a:pPr>
            <a:r>
              <a:rPr sz="1200" b="0" i="0">
                <a:solidFill>
                  <a:srgbClr val="E6EDF3"/>
                </a:solidFill>
                <a:latin typeface="Consolas"/>
              </a:rPr>
              <a:t> </a:t>
            </a:r>
          </a:p>
          <a:p>
            <a:pPr algn="l">
              <a:lnSpc>
                <a:spcPct val="100000"/>
              </a:lnSpc>
              <a:spcAft>
                <a:spcPts val="0"/>
              </a:spcAft>
            </a:pPr>
            <a:r>
              <a:rPr sz="1200" b="0" i="0">
                <a:solidFill>
                  <a:srgbClr val="E6EDF3"/>
                </a:solidFill>
                <a:latin typeface="Consolas"/>
              </a:rPr>
              <a:t>    </a:t>
            </a:r>
            <a:r>
              <a:rPr sz="1200" b="0" i="0">
                <a:solidFill>
                  <a:srgbClr val="6A7889"/>
                </a:solidFill>
                <a:latin typeface="Consolas"/>
              </a:rPr>
              <a:t>// …one line per contact: id, designation, bearing, range, drive signature</a:t>
            </a:r>
          </a:p>
          <a:p>
            <a:pPr algn="l">
              <a:lnSpc>
                <a:spcPct val="100000"/>
              </a:lnSpc>
              <a:spcAft>
                <a:spcPts val="0"/>
              </a:spcAft>
            </a:pPr>
            <a:r>
              <a:rPr sz="1200" b="0" i="0">
                <a:solidFill>
                  <a:srgbClr val="E6EDF3"/>
                </a:solidFill>
                <a:latin typeface="Consolas"/>
              </a:rPr>
              <a:t>}</a:t>
            </a:r>
          </a:p>
          <a:p>
            <a:pPr algn="l">
              <a:lnSpc>
                <a:spcPct val="100000"/>
              </a:lnSpc>
              <a:spcAft>
                <a:spcPts val="0"/>
              </a:spcAft>
            </a:pPr>
            <a:r>
              <a:rPr sz="1200" b="0" i="0">
                <a:solidFill>
                  <a:srgbClr val="E6EDF3"/>
                </a:solidFill>
                <a:latin typeface="Consolas"/>
              </a:rPr>
              <a:t> </a:t>
            </a:r>
          </a:p>
          <a:p>
            <a:pPr algn="l">
              <a:lnSpc>
                <a:spcPct val="100000"/>
              </a:lnSpc>
              <a:spcAft>
                <a:spcPts val="0"/>
              </a:spcAft>
            </a:pPr>
            <a:r>
              <a:rPr sz="1200" b="0" i="0">
                <a:solidFill>
                  <a:srgbClr val="7FB6FF"/>
                </a:solidFill>
                <a:latin typeface="Consolas"/>
              </a:rPr>
              <a:t>private</a:t>
            </a:r>
            <a:r>
              <a:rPr sz="1200" b="0" i="0">
                <a:solidFill>
                  <a:srgbClr val="E6EDF3"/>
                </a:solidFill>
                <a:latin typeface="Consolas"/>
              </a:rPr>
              <a:t> </a:t>
            </a:r>
            <a:r>
              <a:rPr sz="1200" b="0" i="0">
                <a:solidFill>
                  <a:srgbClr val="7FB6FF"/>
                </a:solidFill>
                <a:latin typeface="Consolas"/>
              </a:rPr>
              <a:t>string</a:t>
            </a:r>
            <a:r>
              <a:rPr sz="1200" b="0" i="0">
                <a:solidFill>
                  <a:srgbClr val="E6EDF3"/>
                </a:solidFill>
                <a:latin typeface="Consolas"/>
              </a:rPr>
              <a:t> </a:t>
            </a:r>
            <a:r>
              <a:rPr sz="1200" b="0" i="0">
                <a:solidFill>
                  <a:srgbClr val="79D6BE"/>
                </a:solidFill>
                <a:latin typeface="Consolas"/>
              </a:rPr>
              <a:t>Stamped</a:t>
            </a:r>
            <a:r>
              <a:rPr sz="1200" b="0" i="0">
                <a:solidFill>
                  <a:srgbClr val="E6EDF3"/>
                </a:solidFill>
                <a:latin typeface="Consolas"/>
              </a:rPr>
              <a:t>(</a:t>
            </a:r>
            <a:r>
              <a:rPr sz="1200" b="0" i="0">
                <a:solidFill>
                  <a:srgbClr val="7FB6FF"/>
                </a:solidFill>
                <a:latin typeface="Consolas"/>
              </a:rPr>
              <a:t>string</a:t>
            </a:r>
            <a:r>
              <a:rPr sz="1200" b="0" i="0">
                <a:solidFill>
                  <a:srgbClr val="E6EDF3"/>
                </a:solidFill>
                <a:latin typeface="Consolas"/>
              </a:rPr>
              <a:t> reading) =&gt; </a:t>
            </a:r>
            <a:r>
              <a:rPr sz="1200" b="0" i="0">
                <a:solidFill>
                  <a:srgbClr val="9FD98A"/>
                </a:solidFill>
                <a:latin typeface="Consolas"/>
              </a:rPr>
              <a:t>$"[T{simulation.State.Turn:D3}] {reading}"</a:t>
            </a:r>
            <a:r>
              <a:rPr sz="1200" b="0" i="0">
                <a:solidFill>
                  <a:srgbClr val="E6EDF3"/>
                </a:solidFill>
                <a:latin typeface="Consolas"/>
              </a:rPr>
              <a:t>;</a:t>
            </a:r>
          </a:p>
        </p:txBody>
      </p:sp>
      <p:sp>
        <p:nvSpPr>
          <p:cNvPr id="7" name="TextBox 6"/>
          <p:cNvSpPr txBox="1"/>
          <p:nvPr/>
        </p:nvSpPr>
        <p:spPr>
          <a:xfrm>
            <a:off x="777240" y="5733288"/>
            <a:ext cx="10637215" cy="822960"/>
          </a:xfrm>
          <a:prstGeom prst="rect">
            <a:avLst/>
          </a:prstGeom>
          <a:noFill/>
        </p:spPr>
        <p:txBody>
          <a:bodyPr wrap="square" lIns="0" tIns="0" rIns="0" bIns="0" anchor="t">
            <a:spAutoFit/>
          </a:bodyPr>
          <a:lstStyle/>
          <a:p>
            <a:pPr algn="l">
              <a:lnSpc>
                <a:spcPct val="125000"/>
              </a:lnSpc>
              <a:spcAft>
                <a:spcPts val="600"/>
              </a:spcAft>
            </a:pPr>
            <a:r>
              <a:rPr sz="1500" b="0" i="0">
                <a:solidFill>
                  <a:srgbClr val="F0B429"/>
                </a:solidFill>
                <a:latin typeface="Consolas"/>
              </a:rPr>
              <a:t>Tools = [.. sensors.AsAIFunctions()]</a:t>
            </a:r>
            <a:r>
              <a:rPr sz="1500" b="0" i="0">
                <a:solidFill>
                  <a:srgbClr val="8B949E"/>
                </a:solidFill>
                <a:latin typeface="Segoe UI"/>
              </a:rPr>
              <a:t> — four </a:t>
            </a:r>
            <a:r>
              <a:rPr sz="1500" b="0" i="0">
                <a:solidFill>
                  <a:srgbClr val="8B949E"/>
                </a:solidFill>
                <a:latin typeface="Consolas"/>
              </a:rPr>
              <a:t>AIFunctionFactory.Create(…)</a:t>
            </a:r>
            <a:r>
              <a:rPr sz="1500" b="0" i="0">
                <a:solidFill>
                  <a:srgbClr val="8B949E"/>
                </a:solidFill>
                <a:latin typeface="Segoe UI"/>
              </a:rPr>
              <a:t> calls. </a:t>
            </a:r>
            <a:r>
              <a:rPr sz="1500" b="1" i="0">
                <a:solidFill>
                  <a:srgbClr val="E6EDF3"/>
                </a:solidFill>
                <a:latin typeface="Segoe UI"/>
              </a:rPr>
              <a:t>The description is the only documentation the model will ever read.</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0D1117"/>
        </a:solidFill>
        <a:effectLst/>
      </p:bgPr>
    </p:bg>
    <p:spTree>
      <p:nvGrpSpPr>
        <p:cNvPr id="1" name=""/>
        <p:cNvGrpSpPr/>
        <p:nvPr/>
      </p:nvGrpSpPr>
      <p:grpSpPr>
        <a:xfrm>
          <a:off x="0" y="0"/>
          <a:ext cx="0" cy="0"/>
          <a:chOff x="0" y="0"/>
          <a:chExt cx="0" cy="0"/>
        </a:xfrm>
      </p:grpSpPr>
      <p:sp>
        <p:nvSpPr>
          <p:cNvPr id="2" name="TextBox 1"/>
          <p:cNvSpPr txBox="1"/>
          <p:nvPr/>
        </p:nvSpPr>
        <p:spPr>
          <a:xfrm>
            <a:off x="777240" y="502920"/>
            <a:ext cx="10637215" cy="274320"/>
          </a:xfrm>
          <a:prstGeom prst="rect">
            <a:avLst/>
          </a:prstGeom>
          <a:noFill/>
        </p:spPr>
        <p:txBody>
          <a:bodyPr wrap="square" lIns="0" tIns="0" rIns="0" bIns="0" anchor="t">
            <a:spAutoFit/>
          </a:bodyPr>
          <a:lstStyle/>
          <a:p>
            <a:pPr algn="l">
              <a:lnSpc>
                <a:spcPct val="115000"/>
              </a:lnSpc>
              <a:spcAft>
                <a:spcPts val="800"/>
              </a:spcAft>
            </a:pPr>
            <a:r>
              <a:rPr sz="1300" b="1" i="0">
                <a:solidFill>
                  <a:srgbClr val="F0B429"/>
                </a:solidFill>
                <a:latin typeface="Consolas"/>
              </a:rPr>
              <a:t>src/ShipAI.Simulation/ShipSimulation.cs</a:t>
            </a:r>
          </a:p>
        </p:txBody>
      </p:sp>
      <p:sp>
        <p:nvSpPr>
          <p:cNvPr id="3" name="TextBox 2"/>
          <p:cNvSpPr txBox="1"/>
          <p:nvPr/>
        </p:nvSpPr>
        <p:spPr>
          <a:xfrm>
            <a:off x="777240" y="914400"/>
            <a:ext cx="10637215" cy="1005840"/>
          </a:xfrm>
          <a:prstGeom prst="rect">
            <a:avLst/>
          </a:prstGeom>
          <a:noFill/>
        </p:spPr>
        <p:txBody>
          <a:bodyPr wrap="square" lIns="0" tIns="0" rIns="0" bIns="0" anchor="t">
            <a:spAutoFit/>
          </a:bodyPr>
          <a:lstStyle/>
          <a:p>
            <a:pPr algn="l">
              <a:lnSpc>
                <a:spcPct val="115000"/>
              </a:lnSpc>
              <a:spcAft>
                <a:spcPts val="800"/>
              </a:spcAft>
            </a:pPr>
            <a:r>
              <a:rPr sz="3600" b="1" i="0">
                <a:solidFill>
                  <a:srgbClr val="E6EDF3"/>
                </a:solidFill>
                <a:latin typeface="Segoe UI"/>
              </a:rPr>
              <a:t>The world changes without a tool call</a:t>
            </a:r>
          </a:p>
        </p:txBody>
      </p:sp>
      <p:sp>
        <p:nvSpPr>
          <p:cNvPr id="4" name="Rectangle 3"/>
          <p:cNvSpPr/>
          <p:nvPr/>
        </p:nvSpPr>
        <p:spPr>
          <a:xfrm>
            <a:off x="777240" y="1828800"/>
            <a:ext cx="10637215" cy="4069080"/>
          </a:xfrm>
          <a:prstGeom prst="rect">
            <a:avLst/>
          </a:prstGeom>
          <a:solidFill>
            <a:srgbClr val="0F141C"/>
          </a:solidFill>
          <a:ln w="12700">
            <a:solidFill>
              <a:srgbClr val="3036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777240" y="1828800"/>
            <a:ext cx="38100" cy="4069080"/>
          </a:xfrm>
          <a:prstGeom prst="rect">
            <a:avLst/>
          </a:prstGeom>
          <a:solidFill>
            <a:srgbClr val="3036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051560" y="2011680"/>
            <a:ext cx="10134295" cy="3703320"/>
          </a:xfrm>
          <a:prstGeom prst="rect">
            <a:avLst/>
          </a:prstGeom>
          <a:noFill/>
        </p:spPr>
        <p:txBody>
          <a:bodyPr wrap="square" lIns="0" tIns="0" rIns="0" bIns="0" anchor="t">
            <a:spAutoFit/>
          </a:bodyPr>
          <a:lstStyle/>
          <a:p>
            <a:pPr algn="l">
              <a:lnSpc>
                <a:spcPct val="100000"/>
              </a:lnSpc>
              <a:spcAft>
                <a:spcPts val="0"/>
              </a:spcAft>
            </a:pPr>
            <a:r>
              <a:rPr sz="1300" b="0" i="0">
                <a:solidFill>
                  <a:srgbClr val="7FB6FF"/>
                </a:solidFill>
                <a:latin typeface="Consolas"/>
              </a:rPr>
              <a:t>public</a:t>
            </a:r>
            <a:r>
              <a:rPr sz="1300" b="0" i="0">
                <a:solidFill>
                  <a:srgbClr val="E6EDF3"/>
                </a:solidFill>
                <a:latin typeface="Consolas"/>
              </a:rPr>
              <a:t> </a:t>
            </a:r>
            <a:r>
              <a:rPr sz="1300" b="0" i="0">
                <a:solidFill>
                  <a:srgbClr val="79D6BE"/>
                </a:solidFill>
                <a:latin typeface="Consolas"/>
              </a:rPr>
              <a:t>ShipState</a:t>
            </a:r>
            <a:r>
              <a:rPr sz="1300" b="0" i="0">
                <a:solidFill>
                  <a:srgbClr val="E6EDF3"/>
                </a:solidFill>
                <a:latin typeface="Consolas"/>
              </a:rPr>
              <a:t> </a:t>
            </a:r>
            <a:r>
              <a:rPr sz="1300" b="0" i="0">
                <a:solidFill>
                  <a:srgbClr val="79D6BE"/>
                </a:solidFill>
                <a:latin typeface="Consolas"/>
              </a:rPr>
              <a:t>Tick</a:t>
            </a:r>
            <a:r>
              <a:rPr sz="1300" b="0" i="0">
                <a:solidFill>
                  <a:srgbClr val="E6EDF3"/>
                </a:solidFill>
                <a:latin typeface="Consolas"/>
              </a:rPr>
              <a:t>()</a:t>
            </a:r>
          </a:p>
          <a:p>
            <a:pPr algn="l">
              <a:lnSpc>
                <a:spcPct val="100000"/>
              </a:lnSpc>
              <a:spcAft>
                <a:spcPts val="0"/>
              </a:spcAft>
            </a:pPr>
            <a:r>
              <a:rPr sz="1300" b="0" i="0">
                <a:solidFill>
                  <a:srgbClr val="E6EDF3"/>
                </a:solidFill>
                <a:latin typeface="Consolas"/>
              </a:rPr>
              <a:t>{</a:t>
            </a:r>
          </a:p>
          <a:p>
            <a:pPr algn="l">
              <a:lnSpc>
                <a:spcPct val="100000"/>
              </a:lnSpc>
              <a:spcAft>
                <a:spcPts val="0"/>
              </a:spcAft>
            </a:pPr>
            <a:r>
              <a:rPr sz="1300" b="0" i="0">
                <a:solidFill>
                  <a:srgbClr val="E6EDF3"/>
                </a:solidFill>
                <a:latin typeface="Consolas"/>
              </a:rPr>
              <a:t>    _clock.</a:t>
            </a:r>
            <a:r>
              <a:rPr sz="1300" b="0" i="0">
                <a:solidFill>
                  <a:srgbClr val="79D6BE"/>
                </a:solidFill>
                <a:latin typeface="Consolas"/>
              </a:rPr>
              <a:t>Advance</a:t>
            </a:r>
            <a:r>
              <a:rPr sz="1300" b="0" i="0">
                <a:solidFill>
                  <a:srgbClr val="E6EDF3"/>
                </a:solidFill>
                <a:latin typeface="Consolas"/>
              </a:rPr>
              <a:t>();</a:t>
            </a:r>
          </a:p>
          <a:p>
            <a:pPr algn="l">
              <a:lnSpc>
                <a:spcPct val="100000"/>
              </a:lnSpc>
              <a:spcAft>
                <a:spcPts val="0"/>
              </a:spcAft>
            </a:pPr>
            <a:r>
              <a:rPr sz="1300" b="0" i="0">
                <a:solidFill>
                  <a:srgbClr val="E6EDF3"/>
                </a:solidFill>
                <a:latin typeface="Consolas"/>
              </a:rPr>
              <a:t>    </a:t>
            </a:r>
            <a:r>
              <a:rPr sz="1300" b="0" i="0">
                <a:solidFill>
                  <a:srgbClr val="79D6BE"/>
                </a:solidFill>
                <a:latin typeface="Consolas"/>
              </a:rPr>
              <a:t>State</a:t>
            </a:r>
            <a:r>
              <a:rPr sz="1300" b="0" i="0">
                <a:solidFill>
                  <a:srgbClr val="E6EDF3"/>
                </a:solidFill>
                <a:latin typeface="Consolas"/>
              </a:rPr>
              <a:t> = </a:t>
            </a:r>
            <a:r>
              <a:rPr sz="1300" b="0" i="0">
                <a:solidFill>
                  <a:srgbClr val="79D6BE"/>
                </a:solidFill>
                <a:latin typeface="Consolas"/>
              </a:rPr>
              <a:t>State</a:t>
            </a:r>
            <a:r>
              <a:rPr sz="1300" b="0" i="0">
                <a:solidFill>
                  <a:srgbClr val="E6EDF3"/>
                </a:solidFill>
                <a:latin typeface="Consolas"/>
              </a:rPr>
              <a:t> </a:t>
            </a:r>
            <a:r>
              <a:rPr sz="1300" b="0" i="0">
                <a:solidFill>
                  <a:srgbClr val="7FB6FF"/>
                </a:solidFill>
                <a:latin typeface="Consolas"/>
              </a:rPr>
              <a:t>with</a:t>
            </a:r>
            <a:r>
              <a:rPr sz="1300" b="0" i="0">
                <a:solidFill>
                  <a:srgbClr val="E6EDF3"/>
                </a:solidFill>
                <a:latin typeface="Consolas"/>
              </a:rPr>
              <a:t> { </a:t>
            </a:r>
            <a:r>
              <a:rPr sz="1300" b="0" i="0">
                <a:solidFill>
                  <a:srgbClr val="79D6BE"/>
                </a:solidFill>
                <a:latin typeface="Consolas"/>
              </a:rPr>
              <a:t>Turn</a:t>
            </a:r>
            <a:r>
              <a:rPr sz="1300" b="0" i="0">
                <a:solidFill>
                  <a:srgbClr val="E6EDF3"/>
                </a:solidFill>
                <a:latin typeface="Consolas"/>
              </a:rPr>
              <a:t> = _clock.</a:t>
            </a:r>
            <a:r>
              <a:rPr sz="1300" b="0" i="0">
                <a:solidFill>
                  <a:srgbClr val="79D6BE"/>
                </a:solidFill>
                <a:latin typeface="Consolas"/>
              </a:rPr>
              <a:t>CurrentTurn</a:t>
            </a:r>
            <a:r>
              <a:rPr sz="1300" b="0" i="0">
                <a:solidFill>
                  <a:srgbClr val="E6EDF3"/>
                </a:solidFill>
                <a:latin typeface="Consolas"/>
              </a:rPr>
              <a:t> };</a:t>
            </a:r>
          </a:p>
          <a:p>
            <a:pPr algn="l">
              <a:lnSpc>
                <a:spcPct val="100000"/>
              </a:lnSpc>
              <a:spcAft>
                <a:spcPts val="0"/>
              </a:spcAft>
            </a:pPr>
            <a:r>
              <a:rPr sz="1300" b="0" i="0">
                <a:solidFill>
                  <a:srgbClr val="E6EDF3"/>
                </a:solidFill>
                <a:latin typeface="Consolas"/>
              </a:rPr>
              <a:t> </a:t>
            </a:r>
          </a:p>
          <a:p>
            <a:pPr algn="l">
              <a:lnSpc>
                <a:spcPct val="100000"/>
              </a:lnSpc>
              <a:spcAft>
                <a:spcPts val="0"/>
              </a:spcAft>
            </a:pPr>
            <a:r>
              <a:rPr sz="1300" b="0" i="0">
                <a:solidFill>
                  <a:srgbClr val="E6EDF3"/>
                </a:solidFill>
                <a:latin typeface="Consolas"/>
              </a:rPr>
              <a:t>    </a:t>
            </a:r>
            <a:r>
              <a:rPr sz="1300" b="0" i="0">
                <a:solidFill>
                  <a:srgbClr val="7FB6FF"/>
                </a:solidFill>
                <a:latin typeface="Consolas"/>
              </a:rPr>
              <a:t>foreach</a:t>
            </a:r>
            <a:r>
              <a:rPr sz="1300" b="0" i="0">
                <a:solidFill>
                  <a:srgbClr val="E6EDF3"/>
                </a:solidFill>
                <a:latin typeface="Consolas"/>
              </a:rPr>
              <a:t> (</a:t>
            </a:r>
            <a:r>
              <a:rPr sz="1300" b="0" i="0">
                <a:solidFill>
                  <a:srgbClr val="7FB6FF"/>
                </a:solidFill>
                <a:latin typeface="Consolas"/>
              </a:rPr>
              <a:t>var</a:t>
            </a:r>
            <a:r>
              <a:rPr sz="1300" b="0" i="0">
                <a:solidFill>
                  <a:srgbClr val="E6EDF3"/>
                </a:solidFill>
                <a:latin typeface="Consolas"/>
              </a:rPr>
              <a:t> e </a:t>
            </a:r>
            <a:r>
              <a:rPr sz="1300" b="0" i="0">
                <a:solidFill>
                  <a:srgbClr val="7FB6FF"/>
                </a:solidFill>
                <a:latin typeface="Consolas"/>
              </a:rPr>
              <a:t>in</a:t>
            </a:r>
            <a:r>
              <a:rPr sz="1300" b="0" i="0">
                <a:solidFill>
                  <a:srgbClr val="E6EDF3"/>
                </a:solidFill>
                <a:latin typeface="Consolas"/>
              </a:rPr>
              <a:t> _scenario.</a:t>
            </a:r>
            <a:r>
              <a:rPr sz="1300" b="0" i="0">
                <a:solidFill>
                  <a:srgbClr val="79D6BE"/>
                </a:solidFill>
                <a:latin typeface="Consolas"/>
              </a:rPr>
              <a:t>Events</a:t>
            </a:r>
            <a:r>
              <a:rPr sz="1300" b="0" i="0">
                <a:solidFill>
                  <a:srgbClr val="E6EDF3"/>
                </a:solidFill>
                <a:latin typeface="Consolas"/>
              </a:rPr>
              <a:t>.</a:t>
            </a:r>
            <a:r>
              <a:rPr sz="1300" b="0" i="0">
                <a:solidFill>
                  <a:srgbClr val="79D6BE"/>
                </a:solidFill>
                <a:latin typeface="Consolas"/>
              </a:rPr>
              <a:t>Where</a:t>
            </a:r>
            <a:r>
              <a:rPr sz="1300" b="0" i="0">
                <a:solidFill>
                  <a:srgbClr val="E6EDF3"/>
                </a:solidFill>
                <a:latin typeface="Consolas"/>
              </a:rPr>
              <a:t>(e =&gt; e.</a:t>
            </a:r>
            <a:r>
              <a:rPr sz="1300" b="0" i="0">
                <a:solidFill>
                  <a:srgbClr val="79D6BE"/>
                </a:solidFill>
                <a:latin typeface="Consolas"/>
              </a:rPr>
              <a:t>Turn</a:t>
            </a:r>
            <a:r>
              <a:rPr sz="1300" b="0" i="0">
                <a:solidFill>
                  <a:srgbClr val="E6EDF3"/>
                </a:solidFill>
                <a:latin typeface="Consolas"/>
              </a:rPr>
              <a:t> == </a:t>
            </a:r>
            <a:r>
              <a:rPr sz="1300" b="0" i="0">
                <a:solidFill>
                  <a:srgbClr val="79D6BE"/>
                </a:solidFill>
                <a:latin typeface="Consolas"/>
              </a:rPr>
              <a:t>State</a:t>
            </a:r>
            <a:r>
              <a:rPr sz="1300" b="0" i="0">
                <a:solidFill>
                  <a:srgbClr val="E6EDF3"/>
                </a:solidFill>
                <a:latin typeface="Consolas"/>
              </a:rPr>
              <a:t>.</a:t>
            </a:r>
            <a:r>
              <a:rPr sz="1300" b="0" i="0">
                <a:solidFill>
                  <a:srgbClr val="79D6BE"/>
                </a:solidFill>
                <a:latin typeface="Consolas"/>
              </a:rPr>
              <a:t>Turn</a:t>
            </a:r>
            <a:r>
              <a:rPr sz="1300" b="0" i="0">
                <a:solidFill>
                  <a:srgbClr val="E6EDF3"/>
                </a:solidFill>
                <a:latin typeface="Consolas"/>
              </a:rPr>
              <a:t>))</a:t>
            </a:r>
          </a:p>
          <a:p>
            <a:pPr algn="l">
              <a:lnSpc>
                <a:spcPct val="100000"/>
              </a:lnSpc>
              <a:spcAft>
                <a:spcPts val="0"/>
              </a:spcAft>
            </a:pPr>
            <a:r>
              <a:rPr sz="1300" b="0" i="0">
                <a:solidFill>
                  <a:srgbClr val="E6EDF3"/>
                </a:solidFill>
                <a:latin typeface="Consolas"/>
              </a:rPr>
              <a:t>    {</a:t>
            </a:r>
          </a:p>
          <a:p>
            <a:pPr algn="l">
              <a:lnSpc>
                <a:spcPct val="100000"/>
              </a:lnSpc>
              <a:spcAft>
                <a:spcPts val="0"/>
              </a:spcAft>
            </a:pPr>
            <a:r>
              <a:rPr sz="1300" b="0" i="0">
                <a:solidFill>
                  <a:srgbClr val="E6EDF3"/>
                </a:solidFill>
                <a:latin typeface="Consolas"/>
              </a:rPr>
              <a:t>        </a:t>
            </a:r>
            <a:r>
              <a:rPr sz="1300" b="0" i="0">
                <a:solidFill>
                  <a:srgbClr val="79D6BE"/>
                </a:solidFill>
                <a:latin typeface="Consolas"/>
              </a:rPr>
              <a:t>State</a:t>
            </a:r>
            <a:r>
              <a:rPr sz="1300" b="0" i="0">
                <a:solidFill>
                  <a:srgbClr val="E6EDF3"/>
                </a:solidFill>
                <a:latin typeface="Consolas"/>
              </a:rPr>
              <a:t> = </a:t>
            </a:r>
            <a:r>
              <a:rPr sz="1300" b="0" i="0">
                <a:solidFill>
                  <a:srgbClr val="79D6BE"/>
                </a:solidFill>
                <a:latin typeface="Consolas"/>
              </a:rPr>
              <a:t>ApplyScenarioEvent</a:t>
            </a:r>
            <a:r>
              <a:rPr sz="1300" b="0" i="0">
                <a:solidFill>
                  <a:srgbClr val="E6EDF3"/>
                </a:solidFill>
                <a:latin typeface="Consolas"/>
              </a:rPr>
              <a:t>(e);</a:t>
            </a:r>
          </a:p>
          <a:p>
            <a:pPr algn="l">
              <a:lnSpc>
                <a:spcPct val="100000"/>
              </a:lnSpc>
              <a:spcAft>
                <a:spcPts val="0"/>
              </a:spcAft>
            </a:pPr>
            <a:r>
              <a:rPr sz="1300" b="0" i="0">
                <a:solidFill>
                  <a:srgbClr val="E6EDF3"/>
                </a:solidFill>
                <a:latin typeface="Consolas"/>
              </a:rPr>
              <a:t>        </a:t>
            </a:r>
            <a:r>
              <a:rPr sz="1300" b="0" i="0">
                <a:solidFill>
                  <a:srgbClr val="79D6BE"/>
                </a:solidFill>
                <a:latin typeface="Consolas"/>
              </a:rPr>
              <a:t>Log</a:t>
            </a:r>
            <a:r>
              <a:rPr sz="1300" b="0" i="0">
                <a:solidFill>
                  <a:srgbClr val="E6EDF3"/>
                </a:solidFill>
                <a:latin typeface="Consolas"/>
              </a:rPr>
              <a:t>.</a:t>
            </a:r>
            <a:r>
              <a:rPr sz="1300" b="0" i="0">
                <a:solidFill>
                  <a:srgbClr val="79D6BE"/>
                </a:solidFill>
                <a:latin typeface="Consolas"/>
              </a:rPr>
              <a:t>Append</a:t>
            </a:r>
            <a:r>
              <a:rPr sz="1300" b="0" i="0">
                <a:solidFill>
                  <a:srgbClr val="E6EDF3"/>
                </a:solidFill>
                <a:latin typeface="Consolas"/>
              </a:rPr>
              <a:t>(</a:t>
            </a:r>
            <a:r>
              <a:rPr sz="1300" b="0" i="0">
                <a:solidFill>
                  <a:srgbClr val="79D6BE"/>
                </a:solidFill>
                <a:latin typeface="Consolas"/>
              </a:rPr>
              <a:t>State</a:t>
            </a:r>
            <a:r>
              <a:rPr sz="1300" b="0" i="0">
                <a:solidFill>
                  <a:srgbClr val="E6EDF3"/>
                </a:solidFill>
                <a:latin typeface="Consolas"/>
              </a:rPr>
              <a:t>.</a:t>
            </a:r>
            <a:r>
              <a:rPr sz="1300" b="0" i="0">
                <a:solidFill>
                  <a:srgbClr val="79D6BE"/>
                </a:solidFill>
                <a:latin typeface="Consolas"/>
              </a:rPr>
              <a:t>Turn</a:t>
            </a:r>
            <a:r>
              <a:rPr sz="1300" b="0" i="0">
                <a:solidFill>
                  <a:srgbClr val="E6EDF3"/>
                </a:solidFill>
                <a:latin typeface="Consolas"/>
              </a:rPr>
              <a:t>, </a:t>
            </a:r>
            <a:r>
              <a:rPr sz="1300" b="0" i="0">
                <a:solidFill>
                  <a:srgbClr val="79D6BE"/>
                </a:solidFill>
                <a:latin typeface="Consolas"/>
              </a:rPr>
              <a:t>LogSource</a:t>
            </a:r>
            <a:r>
              <a:rPr sz="1300" b="0" i="0">
                <a:solidFill>
                  <a:srgbClr val="E6EDF3"/>
                </a:solidFill>
                <a:latin typeface="Consolas"/>
              </a:rPr>
              <a:t>.</a:t>
            </a:r>
            <a:r>
              <a:rPr sz="1300" b="0" i="0">
                <a:solidFill>
                  <a:srgbClr val="79D6BE"/>
                </a:solidFill>
                <a:latin typeface="Consolas"/>
              </a:rPr>
              <a:t>Ship</a:t>
            </a:r>
            <a:r>
              <a:rPr sz="1300" b="0" i="0">
                <a:solidFill>
                  <a:srgbClr val="E6EDF3"/>
                </a:solidFill>
                <a:latin typeface="Consolas"/>
              </a:rPr>
              <a:t>, e.</a:t>
            </a:r>
            <a:r>
              <a:rPr sz="1300" b="0" i="0">
                <a:solidFill>
                  <a:srgbClr val="79D6BE"/>
                </a:solidFill>
                <a:latin typeface="Consolas"/>
              </a:rPr>
              <a:t>Narrative</a:t>
            </a:r>
            <a:r>
              <a:rPr sz="1300" b="0" i="0">
                <a:solidFill>
                  <a:srgbClr val="E6EDF3"/>
                </a:solidFill>
                <a:latin typeface="Consolas"/>
              </a:rPr>
              <a:t>, </a:t>
            </a:r>
            <a:r>
              <a:rPr sz="1300" b="0" i="0">
                <a:solidFill>
                  <a:srgbClr val="79D6BE"/>
                </a:solidFill>
                <a:latin typeface="Consolas"/>
              </a:rPr>
              <a:t>SeverityOf</a:t>
            </a:r>
            <a:r>
              <a:rPr sz="1300" b="0" i="0">
                <a:solidFill>
                  <a:srgbClr val="E6EDF3"/>
                </a:solidFill>
                <a:latin typeface="Consolas"/>
              </a:rPr>
              <a:t>(e.</a:t>
            </a:r>
            <a:r>
              <a:rPr sz="1300" b="0" i="0">
                <a:solidFill>
                  <a:srgbClr val="79D6BE"/>
                </a:solidFill>
                <a:latin typeface="Consolas"/>
              </a:rPr>
              <a:t>Kind</a:t>
            </a:r>
            <a:r>
              <a:rPr sz="1300" b="0" i="0">
                <a:solidFill>
                  <a:srgbClr val="E6EDF3"/>
                </a:solidFill>
                <a:latin typeface="Consolas"/>
              </a:rPr>
              <a:t>));</a:t>
            </a:r>
          </a:p>
          <a:p>
            <a:pPr algn="l">
              <a:lnSpc>
                <a:spcPct val="100000"/>
              </a:lnSpc>
              <a:spcAft>
                <a:spcPts val="0"/>
              </a:spcAft>
            </a:pPr>
            <a:r>
              <a:rPr sz="1300" b="0" i="0">
                <a:solidFill>
                  <a:srgbClr val="E6EDF3"/>
                </a:solidFill>
                <a:latin typeface="Consolas"/>
              </a:rPr>
              <a:t>    }</a:t>
            </a:r>
          </a:p>
          <a:p>
            <a:pPr algn="l">
              <a:lnSpc>
                <a:spcPct val="100000"/>
              </a:lnSpc>
              <a:spcAft>
                <a:spcPts val="0"/>
              </a:spcAft>
            </a:pPr>
            <a:r>
              <a:rPr sz="1300" b="0" i="0">
                <a:solidFill>
                  <a:srgbClr val="E6EDF3"/>
                </a:solidFill>
                <a:latin typeface="Consolas"/>
              </a:rPr>
              <a:t> </a:t>
            </a:r>
          </a:p>
          <a:p>
            <a:pPr algn="l">
              <a:lnSpc>
                <a:spcPct val="100000"/>
              </a:lnSpc>
              <a:spcAft>
                <a:spcPts val="0"/>
              </a:spcAft>
            </a:pPr>
            <a:r>
              <a:rPr sz="1300" b="0" i="0">
                <a:solidFill>
                  <a:srgbClr val="E6EDF3"/>
                </a:solidFill>
                <a:latin typeface="Consolas"/>
              </a:rPr>
              <a:t>    </a:t>
            </a:r>
            <a:r>
              <a:rPr sz="1300" b="0" i="0">
                <a:solidFill>
                  <a:srgbClr val="79D6BE"/>
                </a:solidFill>
                <a:latin typeface="Consolas"/>
              </a:rPr>
              <a:t>State</a:t>
            </a:r>
            <a:r>
              <a:rPr sz="1300" b="0" i="0">
                <a:solidFill>
                  <a:srgbClr val="E6EDF3"/>
                </a:solidFill>
                <a:latin typeface="Consolas"/>
              </a:rPr>
              <a:t> = </a:t>
            </a:r>
            <a:r>
              <a:rPr sz="1300" b="0" i="0">
                <a:solidFill>
                  <a:srgbClr val="79D6BE"/>
                </a:solidFill>
                <a:latin typeface="Consolas"/>
              </a:rPr>
              <a:t>ApplyAtmosphere</a:t>
            </a:r>
            <a:r>
              <a:rPr sz="1300" b="0" i="0">
                <a:solidFill>
                  <a:srgbClr val="E6EDF3"/>
                </a:solidFill>
                <a:latin typeface="Consolas"/>
              </a:rPr>
              <a:t>();</a:t>
            </a:r>
          </a:p>
          <a:p>
            <a:pPr algn="l">
              <a:lnSpc>
                <a:spcPct val="100000"/>
              </a:lnSpc>
              <a:spcAft>
                <a:spcPts val="0"/>
              </a:spcAft>
            </a:pPr>
            <a:r>
              <a:rPr sz="1300" b="0" i="0">
                <a:solidFill>
                  <a:srgbClr val="E6EDF3"/>
                </a:solidFill>
                <a:latin typeface="Consolas"/>
              </a:rPr>
              <a:t>    </a:t>
            </a:r>
            <a:r>
              <a:rPr sz="1300" b="0" i="0">
                <a:solidFill>
                  <a:srgbClr val="79D6BE"/>
                </a:solidFill>
                <a:latin typeface="Consolas"/>
              </a:rPr>
              <a:t>State</a:t>
            </a:r>
            <a:r>
              <a:rPr sz="1300" b="0" i="0">
                <a:solidFill>
                  <a:srgbClr val="E6EDF3"/>
                </a:solidFill>
                <a:latin typeface="Consolas"/>
              </a:rPr>
              <a:t> = </a:t>
            </a:r>
            <a:r>
              <a:rPr sz="1300" b="0" i="0">
                <a:solidFill>
                  <a:srgbClr val="79D6BE"/>
                </a:solidFill>
                <a:latin typeface="Consolas"/>
              </a:rPr>
              <a:t>ApplyReactorHeat</a:t>
            </a:r>
            <a:r>
              <a:rPr sz="1300" b="0" i="0">
                <a:solidFill>
                  <a:srgbClr val="E6EDF3"/>
                </a:solidFill>
                <a:latin typeface="Consolas"/>
              </a:rPr>
              <a:t>();</a:t>
            </a:r>
          </a:p>
          <a:p>
            <a:pPr algn="l">
              <a:lnSpc>
                <a:spcPct val="100000"/>
              </a:lnSpc>
              <a:spcAft>
                <a:spcPts val="0"/>
              </a:spcAft>
            </a:pPr>
            <a:r>
              <a:rPr sz="1300" b="0" i="0">
                <a:solidFill>
                  <a:srgbClr val="E6EDF3"/>
                </a:solidFill>
                <a:latin typeface="Consolas"/>
              </a:rPr>
              <a:t>    </a:t>
            </a:r>
            <a:r>
              <a:rPr sz="1300" b="0" i="0">
                <a:solidFill>
                  <a:srgbClr val="79D6BE"/>
                </a:solidFill>
                <a:latin typeface="Consolas"/>
              </a:rPr>
              <a:t>State</a:t>
            </a:r>
            <a:r>
              <a:rPr sz="1300" b="0" i="0">
                <a:solidFill>
                  <a:srgbClr val="E6EDF3"/>
                </a:solidFill>
                <a:latin typeface="Consolas"/>
              </a:rPr>
              <a:t> = </a:t>
            </a:r>
            <a:r>
              <a:rPr sz="1300" b="0" i="0">
                <a:solidFill>
                  <a:srgbClr val="79D6BE"/>
                </a:solidFill>
                <a:latin typeface="Consolas"/>
              </a:rPr>
              <a:t>ApplyCasualties</a:t>
            </a:r>
            <a:r>
              <a:rPr sz="1300" b="0" i="0">
                <a:solidFill>
                  <a:srgbClr val="E6EDF3"/>
                </a:solidFill>
                <a:latin typeface="Consolas"/>
              </a:rPr>
              <a:t>();</a:t>
            </a:r>
          </a:p>
          <a:p>
            <a:pPr algn="l">
              <a:lnSpc>
                <a:spcPct val="100000"/>
              </a:lnSpc>
              <a:spcAft>
                <a:spcPts val="0"/>
              </a:spcAft>
            </a:pPr>
            <a:r>
              <a:rPr sz="1300" b="0" i="0">
                <a:solidFill>
                  <a:srgbClr val="E6EDF3"/>
                </a:solidFill>
                <a:latin typeface="Consolas"/>
              </a:rPr>
              <a:t>    </a:t>
            </a:r>
            <a:r>
              <a:rPr sz="1300" b="0" i="0">
                <a:solidFill>
                  <a:srgbClr val="79D6BE"/>
                </a:solidFill>
                <a:latin typeface="Consolas"/>
              </a:rPr>
              <a:t>State</a:t>
            </a:r>
            <a:r>
              <a:rPr sz="1300" b="0" i="0">
                <a:solidFill>
                  <a:srgbClr val="E6EDF3"/>
                </a:solidFill>
                <a:latin typeface="Consolas"/>
              </a:rPr>
              <a:t> = </a:t>
            </a:r>
            <a:r>
              <a:rPr sz="1300" b="0" i="0">
                <a:solidFill>
                  <a:srgbClr val="79D6BE"/>
                </a:solidFill>
                <a:latin typeface="Consolas"/>
              </a:rPr>
              <a:t>ApplyAlertEscalation</a:t>
            </a:r>
            <a:r>
              <a:rPr sz="1300" b="0" i="0">
                <a:solidFill>
                  <a:srgbClr val="E6EDF3"/>
                </a:solidFill>
                <a:latin typeface="Consolas"/>
              </a:rPr>
              <a:t>();</a:t>
            </a:r>
          </a:p>
          <a:p>
            <a:pPr algn="l">
              <a:lnSpc>
                <a:spcPct val="100000"/>
              </a:lnSpc>
              <a:spcAft>
                <a:spcPts val="0"/>
              </a:spcAft>
            </a:pPr>
            <a:r>
              <a:rPr sz="1300" b="0" i="0">
                <a:solidFill>
                  <a:srgbClr val="E6EDF3"/>
                </a:solidFill>
                <a:latin typeface="Consolas"/>
              </a:rPr>
              <a:t> </a:t>
            </a:r>
          </a:p>
          <a:p>
            <a:pPr algn="l">
              <a:lnSpc>
                <a:spcPct val="100000"/>
              </a:lnSpc>
              <a:spcAft>
                <a:spcPts val="0"/>
              </a:spcAft>
            </a:pPr>
            <a:r>
              <a:rPr sz="1300" b="0" i="0">
                <a:solidFill>
                  <a:srgbClr val="E6EDF3"/>
                </a:solidFill>
                <a:latin typeface="Consolas"/>
              </a:rPr>
              <a:t>    </a:t>
            </a:r>
            <a:r>
              <a:rPr sz="1300" b="0" i="0">
                <a:solidFill>
                  <a:srgbClr val="7FB6FF"/>
                </a:solidFill>
                <a:latin typeface="Consolas"/>
              </a:rPr>
              <a:t>return</a:t>
            </a:r>
            <a:r>
              <a:rPr sz="1300" b="0" i="0">
                <a:solidFill>
                  <a:srgbClr val="E6EDF3"/>
                </a:solidFill>
                <a:latin typeface="Consolas"/>
              </a:rPr>
              <a:t> </a:t>
            </a:r>
            <a:r>
              <a:rPr sz="1300" b="0" i="0">
                <a:solidFill>
                  <a:srgbClr val="79D6BE"/>
                </a:solidFill>
                <a:latin typeface="Consolas"/>
              </a:rPr>
              <a:t>State</a:t>
            </a:r>
            <a:r>
              <a:rPr sz="1300" b="0" i="0">
                <a:solidFill>
                  <a:srgbClr val="E6EDF3"/>
                </a:solidFill>
                <a:latin typeface="Consolas"/>
              </a:rPr>
              <a:t>;</a:t>
            </a:r>
          </a:p>
          <a:p>
            <a:pPr algn="l">
              <a:lnSpc>
                <a:spcPct val="100000"/>
              </a:lnSpc>
              <a:spcAft>
                <a:spcPts val="0"/>
              </a:spcAft>
            </a:pPr>
            <a:r>
              <a:rPr sz="1300" b="0" i="0">
                <a:solidFill>
                  <a:srgbClr val="E6EDF3"/>
                </a:solidFill>
                <a:latin typeface="Consolas"/>
              </a:rPr>
              <a:t>}</a:t>
            </a:r>
          </a:p>
        </p:txBody>
      </p:sp>
      <p:sp>
        <p:nvSpPr>
          <p:cNvPr id="7" name="TextBox 6"/>
          <p:cNvSpPr txBox="1"/>
          <p:nvPr/>
        </p:nvSpPr>
        <p:spPr>
          <a:xfrm>
            <a:off x="777240" y="6080760"/>
            <a:ext cx="10637215" cy="822960"/>
          </a:xfrm>
          <a:prstGeom prst="rect">
            <a:avLst/>
          </a:prstGeom>
          <a:noFill/>
        </p:spPr>
        <p:txBody>
          <a:bodyPr wrap="square" lIns="0" tIns="0" rIns="0" bIns="0" anchor="t">
            <a:spAutoFit/>
          </a:bodyPr>
          <a:lstStyle/>
          <a:p>
            <a:pPr algn="l">
              <a:lnSpc>
                <a:spcPct val="125000"/>
              </a:lnSpc>
              <a:spcAft>
                <a:spcPts val="600"/>
              </a:spcAft>
            </a:pPr>
            <a:r>
              <a:rPr sz="1600" b="0" i="0">
                <a:solidFill>
                  <a:srgbClr val="8B949E"/>
                </a:solidFill>
                <a:latin typeface="Segoe UI"/>
              </a:rPr>
              <a:t>Breaches bleed. Reactors bake. Crew suffocate. Alerts escalate on their own. </a:t>
            </a:r>
            <a:r>
              <a:rPr sz="1600" b="1" i="0">
                <a:solidFill>
                  <a:srgbClr val="F0B429"/>
                </a:solidFill>
                <a:latin typeface="Segoe UI"/>
              </a:rPr>
              <a:t>All of it happens to the agent, none of it is told to the agent.</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0D1117"/>
        </a:solidFill>
        <a:effectLst/>
      </p:bgPr>
    </p:bg>
    <p:spTree>
      <p:nvGrpSpPr>
        <p:cNvPr id="1" name=""/>
        <p:cNvGrpSpPr/>
        <p:nvPr/>
      </p:nvGrpSpPr>
      <p:grpSpPr>
        <a:xfrm>
          <a:off x="0" y="0"/>
          <a:ext cx="0" cy="0"/>
          <a:chOff x="0" y="0"/>
          <a:chExt cx="0" cy="0"/>
        </a:xfrm>
      </p:grpSpPr>
      <p:sp>
        <p:nvSpPr>
          <p:cNvPr id="2" name="TextBox 1"/>
          <p:cNvSpPr txBox="1"/>
          <p:nvPr/>
        </p:nvSpPr>
        <p:spPr>
          <a:xfrm>
            <a:off x="777240" y="502920"/>
            <a:ext cx="10637215" cy="274320"/>
          </a:xfrm>
          <a:prstGeom prst="rect">
            <a:avLst/>
          </a:prstGeom>
          <a:noFill/>
        </p:spPr>
        <p:txBody>
          <a:bodyPr wrap="square" lIns="0" tIns="0" rIns="0" bIns="0" anchor="t">
            <a:spAutoFit/>
          </a:bodyPr>
          <a:lstStyle/>
          <a:p>
            <a:pPr algn="l">
              <a:lnSpc>
                <a:spcPct val="115000"/>
              </a:lnSpc>
              <a:spcAft>
                <a:spcPts val="800"/>
              </a:spcAft>
            </a:pPr>
            <a:r>
              <a:rPr sz="1300" b="1" i="0">
                <a:solidFill>
                  <a:srgbClr val="F0B429"/>
                </a:solidFill>
                <a:latin typeface="Consolas"/>
              </a:rPr>
              <a:t>src/ShipAI.Simulation/ShipState.cs</a:t>
            </a:r>
          </a:p>
        </p:txBody>
      </p:sp>
      <p:sp>
        <p:nvSpPr>
          <p:cNvPr id="3" name="TextBox 2"/>
          <p:cNvSpPr txBox="1"/>
          <p:nvPr/>
        </p:nvSpPr>
        <p:spPr>
          <a:xfrm>
            <a:off x="777240" y="914400"/>
            <a:ext cx="10637215" cy="1005840"/>
          </a:xfrm>
          <a:prstGeom prst="rect">
            <a:avLst/>
          </a:prstGeom>
          <a:noFill/>
        </p:spPr>
        <p:txBody>
          <a:bodyPr wrap="square" lIns="0" tIns="0" rIns="0" bIns="0" anchor="t">
            <a:spAutoFit/>
          </a:bodyPr>
          <a:lstStyle/>
          <a:p>
            <a:pPr algn="l">
              <a:lnSpc>
                <a:spcPct val="115000"/>
              </a:lnSpc>
              <a:spcAft>
                <a:spcPts val="800"/>
              </a:spcAft>
            </a:pPr>
            <a:r>
              <a:rPr sz="3400" b="1" i="0">
                <a:solidFill>
                  <a:srgbClr val="E6EDF3"/>
                </a:solidFill>
                <a:latin typeface="Segoe UI"/>
              </a:rPr>
              <a:t>One immutable record is the whole ship</a:t>
            </a:r>
          </a:p>
        </p:txBody>
      </p:sp>
      <p:sp>
        <p:nvSpPr>
          <p:cNvPr id="4" name="Rectangle 3"/>
          <p:cNvSpPr/>
          <p:nvPr/>
        </p:nvSpPr>
        <p:spPr>
          <a:xfrm>
            <a:off x="777240" y="1828800"/>
            <a:ext cx="10637215" cy="3407664"/>
          </a:xfrm>
          <a:prstGeom prst="rect">
            <a:avLst/>
          </a:prstGeom>
          <a:solidFill>
            <a:srgbClr val="0F141C"/>
          </a:solidFill>
          <a:ln w="12700">
            <a:solidFill>
              <a:srgbClr val="3036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777240" y="1828800"/>
            <a:ext cx="38100" cy="3407664"/>
          </a:xfrm>
          <a:prstGeom prst="rect">
            <a:avLst/>
          </a:prstGeom>
          <a:solidFill>
            <a:srgbClr val="3036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051560" y="2011680"/>
            <a:ext cx="10134295" cy="3041904"/>
          </a:xfrm>
          <a:prstGeom prst="rect">
            <a:avLst/>
          </a:prstGeom>
          <a:noFill/>
        </p:spPr>
        <p:txBody>
          <a:bodyPr wrap="square" lIns="0" tIns="0" rIns="0" bIns="0" anchor="t">
            <a:spAutoFit/>
          </a:bodyPr>
          <a:lstStyle/>
          <a:p>
            <a:pPr algn="l">
              <a:lnSpc>
                <a:spcPct val="100000"/>
              </a:lnSpc>
              <a:spcAft>
                <a:spcPts val="0"/>
              </a:spcAft>
            </a:pPr>
            <a:r>
              <a:rPr sz="1200" b="0" i="0">
                <a:solidFill>
                  <a:srgbClr val="7FB6FF"/>
                </a:solidFill>
                <a:latin typeface="Consolas"/>
              </a:rPr>
              <a:t>public</a:t>
            </a:r>
            <a:r>
              <a:rPr sz="1200" b="0" i="0">
                <a:solidFill>
                  <a:srgbClr val="E6EDF3"/>
                </a:solidFill>
                <a:latin typeface="Consolas"/>
              </a:rPr>
              <a:t> </a:t>
            </a:r>
            <a:r>
              <a:rPr sz="1200" b="0" i="0">
                <a:solidFill>
                  <a:srgbClr val="7FB6FF"/>
                </a:solidFill>
                <a:latin typeface="Consolas"/>
              </a:rPr>
              <a:t>sealed</a:t>
            </a:r>
            <a:r>
              <a:rPr sz="1200" b="0" i="0">
                <a:solidFill>
                  <a:srgbClr val="E6EDF3"/>
                </a:solidFill>
                <a:latin typeface="Consolas"/>
              </a:rPr>
              <a:t> </a:t>
            </a:r>
            <a:r>
              <a:rPr sz="1200" b="0" i="0">
                <a:solidFill>
                  <a:srgbClr val="7FB6FF"/>
                </a:solidFill>
                <a:latin typeface="Consolas"/>
              </a:rPr>
              <a:t>record</a:t>
            </a:r>
            <a:r>
              <a:rPr sz="1200" b="0" i="0">
                <a:solidFill>
                  <a:srgbClr val="E6EDF3"/>
                </a:solidFill>
                <a:latin typeface="Consolas"/>
              </a:rPr>
              <a:t> </a:t>
            </a:r>
            <a:r>
              <a:rPr sz="1200" b="0" i="0">
                <a:solidFill>
                  <a:srgbClr val="79D6BE"/>
                </a:solidFill>
                <a:latin typeface="Consolas"/>
              </a:rPr>
              <a:t>ShipState</a:t>
            </a:r>
          </a:p>
          <a:p>
            <a:pPr algn="l">
              <a:lnSpc>
                <a:spcPct val="100000"/>
              </a:lnSpc>
              <a:spcAft>
                <a:spcPts val="0"/>
              </a:spcAft>
            </a:pPr>
            <a:r>
              <a:rPr sz="1200" b="0" i="0">
                <a:solidFill>
                  <a:srgbClr val="E6EDF3"/>
                </a:solidFill>
                <a:latin typeface="Consolas"/>
              </a:rPr>
              <a:t>{</a:t>
            </a:r>
          </a:p>
          <a:p>
            <a:pPr algn="l">
              <a:lnSpc>
                <a:spcPct val="100000"/>
              </a:lnSpc>
              <a:spcAft>
                <a:spcPts val="0"/>
              </a:spcAft>
            </a:pPr>
            <a:r>
              <a:rPr sz="1200" b="0" i="0">
                <a:solidFill>
                  <a:srgbClr val="E6EDF3"/>
                </a:solidFill>
                <a:latin typeface="Consolas"/>
              </a:rPr>
              <a:t>    </a:t>
            </a:r>
            <a:r>
              <a:rPr sz="1200" b="0" i="0">
                <a:solidFill>
                  <a:srgbClr val="7FB6FF"/>
                </a:solidFill>
                <a:latin typeface="Consolas"/>
              </a:rPr>
              <a:t>public</a:t>
            </a:r>
            <a:r>
              <a:rPr sz="1200" b="0" i="0">
                <a:solidFill>
                  <a:srgbClr val="E6EDF3"/>
                </a:solidFill>
                <a:latin typeface="Consolas"/>
              </a:rPr>
              <a:t> </a:t>
            </a:r>
            <a:r>
              <a:rPr sz="1200" b="0" i="0">
                <a:solidFill>
                  <a:srgbClr val="7FB6FF"/>
                </a:solidFill>
                <a:latin typeface="Consolas"/>
              </a:rPr>
              <a:t>required</a:t>
            </a:r>
            <a:r>
              <a:rPr sz="1200" b="0" i="0">
                <a:solidFill>
                  <a:srgbClr val="E6EDF3"/>
                </a:solidFill>
                <a:latin typeface="Consolas"/>
              </a:rPr>
              <a:t> </a:t>
            </a:r>
            <a:r>
              <a:rPr sz="1200" b="0" i="0">
                <a:solidFill>
                  <a:srgbClr val="7FB6FF"/>
                </a:solidFill>
                <a:latin typeface="Consolas"/>
              </a:rPr>
              <a:t>int</a:t>
            </a:r>
            <a:r>
              <a:rPr sz="1200" b="0" i="0">
                <a:solidFill>
                  <a:srgbClr val="E6EDF3"/>
                </a:solidFill>
                <a:latin typeface="Consolas"/>
              </a:rPr>
              <a:t>          </a:t>
            </a:r>
            <a:r>
              <a:rPr sz="1200" b="0" i="0">
                <a:solidFill>
                  <a:srgbClr val="79D6BE"/>
                </a:solidFill>
                <a:latin typeface="Consolas"/>
              </a:rPr>
              <a:t>Hull</a:t>
            </a:r>
            <a:r>
              <a:rPr sz="1200" b="0" i="0">
                <a:solidFill>
                  <a:srgbClr val="E6EDF3"/>
                </a:solidFill>
                <a:latin typeface="Consolas"/>
              </a:rPr>
              <a:t>     { </a:t>
            </a:r>
            <a:r>
              <a:rPr sz="1200" b="0" i="0">
                <a:solidFill>
                  <a:srgbClr val="7FB6FF"/>
                </a:solidFill>
                <a:latin typeface="Consolas"/>
              </a:rPr>
              <a:t>get</a:t>
            </a:r>
            <a:r>
              <a:rPr sz="1200" b="0" i="0">
                <a:solidFill>
                  <a:srgbClr val="E6EDF3"/>
                </a:solidFill>
                <a:latin typeface="Consolas"/>
              </a:rPr>
              <a:t>; </a:t>
            </a:r>
            <a:r>
              <a:rPr sz="1200" b="0" i="0">
                <a:solidFill>
                  <a:srgbClr val="7FB6FF"/>
                </a:solidFill>
                <a:latin typeface="Consolas"/>
              </a:rPr>
              <a:t>init</a:t>
            </a:r>
            <a:r>
              <a:rPr sz="1200" b="0" i="0">
                <a:solidFill>
                  <a:srgbClr val="E6EDF3"/>
                </a:solidFill>
                <a:latin typeface="Consolas"/>
              </a:rPr>
              <a:t>; }</a:t>
            </a:r>
          </a:p>
          <a:p>
            <a:pPr algn="l">
              <a:lnSpc>
                <a:spcPct val="100000"/>
              </a:lnSpc>
              <a:spcAft>
                <a:spcPts val="0"/>
              </a:spcAft>
            </a:pPr>
            <a:r>
              <a:rPr sz="1200" b="0" i="0">
                <a:solidFill>
                  <a:srgbClr val="E6EDF3"/>
                </a:solidFill>
                <a:latin typeface="Consolas"/>
              </a:rPr>
              <a:t>    </a:t>
            </a:r>
            <a:r>
              <a:rPr sz="1200" b="0" i="0">
                <a:solidFill>
                  <a:srgbClr val="7FB6FF"/>
                </a:solidFill>
                <a:latin typeface="Consolas"/>
              </a:rPr>
              <a:t>public</a:t>
            </a:r>
            <a:r>
              <a:rPr sz="1200" b="0" i="0">
                <a:solidFill>
                  <a:srgbClr val="E6EDF3"/>
                </a:solidFill>
                <a:latin typeface="Consolas"/>
              </a:rPr>
              <a:t> </a:t>
            </a:r>
            <a:r>
              <a:rPr sz="1200" b="0" i="0">
                <a:solidFill>
                  <a:srgbClr val="7FB6FF"/>
                </a:solidFill>
                <a:latin typeface="Consolas"/>
              </a:rPr>
              <a:t>required</a:t>
            </a:r>
            <a:r>
              <a:rPr sz="1200" b="0" i="0">
                <a:solidFill>
                  <a:srgbClr val="E6EDF3"/>
                </a:solidFill>
                <a:latin typeface="Consolas"/>
              </a:rPr>
              <a:t> </a:t>
            </a:r>
            <a:r>
              <a:rPr sz="1200" b="0" i="0">
                <a:solidFill>
                  <a:srgbClr val="79D6BE"/>
                </a:solidFill>
                <a:latin typeface="Consolas"/>
              </a:rPr>
              <a:t>ReactorState</a:t>
            </a:r>
            <a:r>
              <a:rPr sz="1200" b="0" i="0">
                <a:solidFill>
                  <a:srgbClr val="E6EDF3"/>
                </a:solidFill>
                <a:latin typeface="Consolas"/>
              </a:rPr>
              <a:t> </a:t>
            </a:r>
            <a:r>
              <a:rPr sz="1200" b="0" i="0">
                <a:solidFill>
                  <a:srgbClr val="79D6BE"/>
                </a:solidFill>
                <a:latin typeface="Consolas"/>
              </a:rPr>
              <a:t>Reactor</a:t>
            </a:r>
            <a:r>
              <a:rPr sz="1200" b="0" i="0">
                <a:solidFill>
                  <a:srgbClr val="E6EDF3"/>
                </a:solidFill>
                <a:latin typeface="Consolas"/>
              </a:rPr>
              <a:t>  { </a:t>
            </a:r>
            <a:r>
              <a:rPr sz="1200" b="0" i="0">
                <a:solidFill>
                  <a:srgbClr val="7FB6FF"/>
                </a:solidFill>
                <a:latin typeface="Consolas"/>
              </a:rPr>
              <a:t>get</a:t>
            </a:r>
            <a:r>
              <a:rPr sz="1200" b="0" i="0">
                <a:solidFill>
                  <a:srgbClr val="E6EDF3"/>
                </a:solidFill>
                <a:latin typeface="Consolas"/>
              </a:rPr>
              <a:t>; </a:t>
            </a:r>
            <a:r>
              <a:rPr sz="1200" b="0" i="0">
                <a:solidFill>
                  <a:srgbClr val="7FB6FF"/>
                </a:solidFill>
                <a:latin typeface="Consolas"/>
              </a:rPr>
              <a:t>init</a:t>
            </a:r>
            <a:r>
              <a:rPr sz="1200" b="0" i="0">
                <a:solidFill>
                  <a:srgbClr val="E6EDF3"/>
                </a:solidFill>
                <a:latin typeface="Consolas"/>
              </a:rPr>
              <a:t>; }</a:t>
            </a:r>
          </a:p>
          <a:p>
            <a:pPr algn="l">
              <a:lnSpc>
                <a:spcPct val="100000"/>
              </a:lnSpc>
              <a:spcAft>
                <a:spcPts val="0"/>
              </a:spcAft>
            </a:pPr>
            <a:r>
              <a:rPr sz="1200" b="0" i="0">
                <a:solidFill>
                  <a:srgbClr val="E6EDF3"/>
                </a:solidFill>
                <a:latin typeface="Consolas"/>
              </a:rPr>
              <a:t>    </a:t>
            </a:r>
            <a:r>
              <a:rPr sz="1200" b="0" i="0">
                <a:solidFill>
                  <a:srgbClr val="7FB6FF"/>
                </a:solidFill>
                <a:latin typeface="Consolas"/>
              </a:rPr>
              <a:t>public</a:t>
            </a:r>
            <a:r>
              <a:rPr sz="1200" b="0" i="0">
                <a:solidFill>
                  <a:srgbClr val="E6EDF3"/>
                </a:solidFill>
                <a:latin typeface="Consolas"/>
              </a:rPr>
              <a:t> </a:t>
            </a:r>
            <a:r>
              <a:rPr sz="1200" b="0" i="0">
                <a:solidFill>
                  <a:srgbClr val="7FB6FF"/>
                </a:solidFill>
                <a:latin typeface="Consolas"/>
              </a:rPr>
              <a:t>required</a:t>
            </a:r>
            <a:r>
              <a:rPr sz="1200" b="0" i="0">
                <a:solidFill>
                  <a:srgbClr val="E6EDF3"/>
                </a:solidFill>
                <a:latin typeface="Consolas"/>
              </a:rPr>
              <a:t> </a:t>
            </a:r>
            <a:r>
              <a:rPr sz="1200" b="0" i="0">
                <a:solidFill>
                  <a:srgbClr val="79D6BE"/>
                </a:solidFill>
                <a:latin typeface="Consolas"/>
              </a:rPr>
              <a:t>Coordinates</a:t>
            </a:r>
            <a:r>
              <a:rPr sz="1200" b="0" i="0">
                <a:solidFill>
                  <a:srgbClr val="E6EDF3"/>
                </a:solidFill>
                <a:latin typeface="Consolas"/>
              </a:rPr>
              <a:t>  </a:t>
            </a:r>
            <a:r>
              <a:rPr sz="1200" b="0" i="0">
                <a:solidFill>
                  <a:srgbClr val="79D6BE"/>
                </a:solidFill>
                <a:latin typeface="Consolas"/>
              </a:rPr>
              <a:t>Position</a:t>
            </a:r>
            <a:r>
              <a:rPr sz="1200" b="0" i="0">
                <a:solidFill>
                  <a:srgbClr val="E6EDF3"/>
                </a:solidFill>
                <a:latin typeface="Consolas"/>
              </a:rPr>
              <a:t> { </a:t>
            </a:r>
            <a:r>
              <a:rPr sz="1200" b="0" i="0">
                <a:solidFill>
                  <a:srgbClr val="7FB6FF"/>
                </a:solidFill>
                <a:latin typeface="Consolas"/>
              </a:rPr>
              <a:t>get</a:t>
            </a:r>
            <a:r>
              <a:rPr sz="1200" b="0" i="0">
                <a:solidFill>
                  <a:srgbClr val="E6EDF3"/>
                </a:solidFill>
                <a:latin typeface="Consolas"/>
              </a:rPr>
              <a:t>; </a:t>
            </a:r>
            <a:r>
              <a:rPr sz="1200" b="0" i="0">
                <a:solidFill>
                  <a:srgbClr val="7FB6FF"/>
                </a:solidFill>
                <a:latin typeface="Consolas"/>
              </a:rPr>
              <a:t>init</a:t>
            </a:r>
            <a:r>
              <a:rPr sz="1200" b="0" i="0">
                <a:solidFill>
                  <a:srgbClr val="E6EDF3"/>
                </a:solidFill>
                <a:latin typeface="Consolas"/>
              </a:rPr>
              <a:t>; }</a:t>
            </a:r>
          </a:p>
          <a:p>
            <a:pPr algn="l">
              <a:lnSpc>
                <a:spcPct val="100000"/>
              </a:lnSpc>
              <a:spcAft>
                <a:spcPts val="0"/>
              </a:spcAft>
            </a:pPr>
            <a:r>
              <a:rPr sz="1200" b="0" i="0">
                <a:solidFill>
                  <a:srgbClr val="E6EDF3"/>
                </a:solidFill>
                <a:latin typeface="Consolas"/>
              </a:rPr>
              <a:t>    </a:t>
            </a:r>
            <a:r>
              <a:rPr sz="1200" b="0" i="0">
                <a:solidFill>
                  <a:srgbClr val="7FB6FF"/>
                </a:solidFill>
                <a:latin typeface="Consolas"/>
              </a:rPr>
              <a:t>public</a:t>
            </a:r>
            <a:r>
              <a:rPr sz="1200" b="0" i="0">
                <a:solidFill>
                  <a:srgbClr val="E6EDF3"/>
                </a:solidFill>
                <a:latin typeface="Consolas"/>
              </a:rPr>
              <a:t> </a:t>
            </a:r>
            <a:r>
              <a:rPr sz="1200" b="0" i="0">
                <a:solidFill>
                  <a:srgbClr val="7FB6FF"/>
                </a:solidFill>
                <a:latin typeface="Consolas"/>
              </a:rPr>
              <a:t>required</a:t>
            </a:r>
            <a:r>
              <a:rPr sz="1200" b="0" i="0">
                <a:solidFill>
                  <a:srgbClr val="E6EDF3"/>
                </a:solidFill>
                <a:latin typeface="Consolas"/>
              </a:rPr>
              <a:t> </a:t>
            </a:r>
            <a:r>
              <a:rPr sz="1200" b="0" i="0">
                <a:solidFill>
                  <a:srgbClr val="79D6BE"/>
                </a:solidFill>
                <a:latin typeface="Consolas"/>
              </a:rPr>
              <a:t>AlertLevel</a:t>
            </a:r>
            <a:r>
              <a:rPr sz="1200" b="0" i="0">
                <a:solidFill>
                  <a:srgbClr val="E6EDF3"/>
                </a:solidFill>
                <a:latin typeface="Consolas"/>
              </a:rPr>
              <a:t>   </a:t>
            </a:r>
            <a:r>
              <a:rPr sz="1200" b="0" i="0">
                <a:solidFill>
                  <a:srgbClr val="79D6BE"/>
                </a:solidFill>
                <a:latin typeface="Consolas"/>
              </a:rPr>
              <a:t>Alert</a:t>
            </a:r>
            <a:r>
              <a:rPr sz="1200" b="0" i="0">
                <a:solidFill>
                  <a:srgbClr val="E6EDF3"/>
                </a:solidFill>
                <a:latin typeface="Consolas"/>
              </a:rPr>
              <a:t>    { </a:t>
            </a:r>
            <a:r>
              <a:rPr sz="1200" b="0" i="0">
                <a:solidFill>
                  <a:srgbClr val="7FB6FF"/>
                </a:solidFill>
                <a:latin typeface="Consolas"/>
              </a:rPr>
              <a:t>get</a:t>
            </a:r>
            <a:r>
              <a:rPr sz="1200" b="0" i="0">
                <a:solidFill>
                  <a:srgbClr val="E6EDF3"/>
                </a:solidFill>
                <a:latin typeface="Consolas"/>
              </a:rPr>
              <a:t>; </a:t>
            </a:r>
            <a:r>
              <a:rPr sz="1200" b="0" i="0">
                <a:solidFill>
                  <a:srgbClr val="7FB6FF"/>
                </a:solidFill>
                <a:latin typeface="Consolas"/>
              </a:rPr>
              <a:t>init</a:t>
            </a:r>
            <a:r>
              <a:rPr sz="1200" b="0" i="0">
                <a:solidFill>
                  <a:srgbClr val="E6EDF3"/>
                </a:solidFill>
                <a:latin typeface="Consolas"/>
              </a:rPr>
              <a:t>; }</a:t>
            </a:r>
          </a:p>
          <a:p>
            <a:pPr algn="l">
              <a:lnSpc>
                <a:spcPct val="100000"/>
              </a:lnSpc>
              <a:spcAft>
                <a:spcPts val="0"/>
              </a:spcAft>
            </a:pPr>
            <a:r>
              <a:rPr sz="1200" b="0" i="0">
                <a:solidFill>
                  <a:srgbClr val="E6EDF3"/>
                </a:solidFill>
                <a:latin typeface="Consolas"/>
              </a:rPr>
              <a:t>    </a:t>
            </a:r>
            <a:r>
              <a:rPr sz="1200" b="0" i="0">
                <a:solidFill>
                  <a:srgbClr val="7FB6FF"/>
                </a:solidFill>
                <a:latin typeface="Consolas"/>
              </a:rPr>
              <a:t>public</a:t>
            </a:r>
            <a:r>
              <a:rPr sz="1200" b="0" i="0">
                <a:solidFill>
                  <a:srgbClr val="E6EDF3"/>
                </a:solidFill>
                <a:latin typeface="Consolas"/>
              </a:rPr>
              <a:t> </a:t>
            </a:r>
            <a:r>
              <a:rPr sz="1200" b="0" i="0">
                <a:solidFill>
                  <a:srgbClr val="7FB6FF"/>
                </a:solidFill>
                <a:latin typeface="Consolas"/>
              </a:rPr>
              <a:t>required</a:t>
            </a:r>
            <a:r>
              <a:rPr sz="1200" b="0" i="0">
                <a:solidFill>
                  <a:srgbClr val="E6EDF3"/>
                </a:solidFill>
                <a:latin typeface="Consolas"/>
              </a:rPr>
              <a:t> </a:t>
            </a:r>
            <a:r>
              <a:rPr sz="1200" b="0" i="0">
                <a:solidFill>
                  <a:srgbClr val="7FB6FF"/>
                </a:solidFill>
                <a:latin typeface="Consolas"/>
              </a:rPr>
              <a:t>int</a:t>
            </a:r>
            <a:r>
              <a:rPr sz="1200" b="0" i="0">
                <a:solidFill>
                  <a:srgbClr val="E6EDF3"/>
                </a:solidFill>
                <a:latin typeface="Consolas"/>
              </a:rPr>
              <a:t>          </a:t>
            </a:r>
            <a:r>
              <a:rPr sz="1200" b="0" i="0">
                <a:solidFill>
                  <a:srgbClr val="79D6BE"/>
                </a:solidFill>
                <a:latin typeface="Consolas"/>
              </a:rPr>
              <a:t>Turn</a:t>
            </a:r>
            <a:r>
              <a:rPr sz="1200" b="0" i="0">
                <a:solidFill>
                  <a:srgbClr val="E6EDF3"/>
                </a:solidFill>
                <a:latin typeface="Consolas"/>
              </a:rPr>
              <a:t>     { </a:t>
            </a:r>
            <a:r>
              <a:rPr sz="1200" b="0" i="0">
                <a:solidFill>
                  <a:srgbClr val="7FB6FF"/>
                </a:solidFill>
                <a:latin typeface="Consolas"/>
              </a:rPr>
              <a:t>get</a:t>
            </a:r>
            <a:r>
              <a:rPr sz="1200" b="0" i="0">
                <a:solidFill>
                  <a:srgbClr val="E6EDF3"/>
                </a:solidFill>
                <a:latin typeface="Consolas"/>
              </a:rPr>
              <a:t>; </a:t>
            </a:r>
            <a:r>
              <a:rPr sz="1200" b="0" i="0">
                <a:solidFill>
                  <a:srgbClr val="7FB6FF"/>
                </a:solidFill>
                <a:latin typeface="Consolas"/>
              </a:rPr>
              <a:t>init</a:t>
            </a:r>
            <a:r>
              <a:rPr sz="1200" b="0" i="0">
                <a:solidFill>
                  <a:srgbClr val="E6EDF3"/>
                </a:solidFill>
                <a:latin typeface="Consolas"/>
              </a:rPr>
              <a:t>; }</a:t>
            </a:r>
          </a:p>
          <a:p>
            <a:pPr algn="l">
              <a:lnSpc>
                <a:spcPct val="100000"/>
              </a:lnSpc>
              <a:spcAft>
                <a:spcPts val="0"/>
              </a:spcAft>
            </a:pPr>
            <a:r>
              <a:rPr sz="1200" b="0" i="0">
                <a:solidFill>
                  <a:srgbClr val="E6EDF3"/>
                </a:solidFill>
                <a:latin typeface="Consolas"/>
              </a:rPr>
              <a:t> </a:t>
            </a:r>
          </a:p>
          <a:p>
            <a:pPr algn="l">
              <a:lnSpc>
                <a:spcPct val="100000"/>
              </a:lnSpc>
              <a:spcAft>
                <a:spcPts val="0"/>
              </a:spcAft>
            </a:pPr>
            <a:r>
              <a:rPr sz="1200" b="0" i="0">
                <a:solidFill>
                  <a:srgbClr val="E6EDF3"/>
                </a:solidFill>
                <a:latin typeface="Consolas"/>
              </a:rPr>
              <a:t>    </a:t>
            </a:r>
            <a:r>
              <a:rPr sz="1200" b="0" i="0">
                <a:solidFill>
                  <a:srgbClr val="7FB6FF"/>
                </a:solidFill>
                <a:latin typeface="Consolas"/>
              </a:rPr>
              <a:t>public</a:t>
            </a:r>
            <a:r>
              <a:rPr sz="1200" b="0" i="0">
                <a:solidFill>
                  <a:srgbClr val="E6EDF3"/>
                </a:solidFill>
                <a:latin typeface="Consolas"/>
              </a:rPr>
              <a:t> </a:t>
            </a:r>
            <a:r>
              <a:rPr sz="1200" b="0" i="0">
                <a:solidFill>
                  <a:srgbClr val="7FB6FF"/>
                </a:solidFill>
                <a:latin typeface="Consolas"/>
              </a:rPr>
              <a:t>required</a:t>
            </a:r>
            <a:r>
              <a:rPr sz="1200" b="0" i="0">
                <a:solidFill>
                  <a:srgbClr val="E6EDF3"/>
                </a:solidFill>
                <a:latin typeface="Consolas"/>
              </a:rPr>
              <a:t> </a:t>
            </a:r>
            <a:r>
              <a:rPr sz="1200" b="0" i="0">
                <a:solidFill>
                  <a:srgbClr val="79D6BE"/>
                </a:solidFill>
                <a:latin typeface="Consolas"/>
              </a:rPr>
              <a:t>ImmutableDictionary</a:t>
            </a:r>
            <a:r>
              <a:rPr sz="1200" b="0" i="0">
                <a:solidFill>
                  <a:srgbClr val="E6EDF3"/>
                </a:solidFill>
                <a:latin typeface="Consolas"/>
              </a:rPr>
              <a:t>&lt;</a:t>
            </a:r>
            <a:r>
              <a:rPr sz="1200" b="0" i="0">
                <a:solidFill>
                  <a:srgbClr val="79D6BE"/>
                </a:solidFill>
                <a:latin typeface="Consolas"/>
              </a:rPr>
              <a:t>ShipSystem</a:t>
            </a:r>
            <a:r>
              <a:rPr sz="1200" b="0" i="0">
                <a:solidFill>
                  <a:srgbClr val="E6EDF3"/>
                </a:solidFill>
                <a:latin typeface="Consolas"/>
              </a:rPr>
              <a:t>, </a:t>
            </a:r>
            <a:r>
              <a:rPr sz="1200" b="0" i="0">
                <a:solidFill>
                  <a:srgbClr val="7FB6FF"/>
                </a:solidFill>
                <a:latin typeface="Consolas"/>
              </a:rPr>
              <a:t>int</a:t>
            </a:r>
            <a:r>
              <a:rPr sz="1200" b="0" i="0">
                <a:solidFill>
                  <a:srgbClr val="E6EDF3"/>
                </a:solidFill>
                <a:latin typeface="Consolas"/>
              </a:rPr>
              <a:t>&gt;     </a:t>
            </a:r>
            <a:r>
              <a:rPr sz="1200" b="0" i="0">
                <a:solidFill>
                  <a:srgbClr val="79D6BE"/>
                </a:solidFill>
                <a:latin typeface="Consolas"/>
              </a:rPr>
              <a:t>PowerAllocation</a:t>
            </a:r>
            <a:r>
              <a:rPr sz="1200" b="0" i="0">
                <a:solidFill>
                  <a:srgbClr val="E6EDF3"/>
                </a:solidFill>
                <a:latin typeface="Consolas"/>
              </a:rPr>
              <a:t> { </a:t>
            </a:r>
            <a:r>
              <a:rPr sz="1200" b="0" i="0">
                <a:solidFill>
                  <a:srgbClr val="7FB6FF"/>
                </a:solidFill>
                <a:latin typeface="Consolas"/>
              </a:rPr>
              <a:t>get</a:t>
            </a:r>
            <a:r>
              <a:rPr sz="1200" b="0" i="0">
                <a:solidFill>
                  <a:srgbClr val="E6EDF3"/>
                </a:solidFill>
                <a:latin typeface="Consolas"/>
              </a:rPr>
              <a:t>; </a:t>
            </a:r>
            <a:r>
              <a:rPr sz="1200" b="0" i="0">
                <a:solidFill>
                  <a:srgbClr val="7FB6FF"/>
                </a:solidFill>
                <a:latin typeface="Consolas"/>
              </a:rPr>
              <a:t>init</a:t>
            </a:r>
            <a:r>
              <a:rPr sz="1200" b="0" i="0">
                <a:solidFill>
                  <a:srgbClr val="E6EDF3"/>
                </a:solidFill>
                <a:latin typeface="Consolas"/>
              </a:rPr>
              <a:t>; }</a:t>
            </a:r>
          </a:p>
          <a:p>
            <a:pPr algn="l">
              <a:lnSpc>
                <a:spcPct val="100000"/>
              </a:lnSpc>
              <a:spcAft>
                <a:spcPts val="0"/>
              </a:spcAft>
            </a:pPr>
            <a:r>
              <a:rPr sz="1200" b="0" i="0">
                <a:solidFill>
                  <a:srgbClr val="E6EDF3"/>
                </a:solidFill>
                <a:latin typeface="Consolas"/>
              </a:rPr>
              <a:t>    </a:t>
            </a:r>
            <a:r>
              <a:rPr sz="1200" b="0" i="0">
                <a:solidFill>
                  <a:srgbClr val="7FB6FF"/>
                </a:solidFill>
                <a:latin typeface="Consolas"/>
              </a:rPr>
              <a:t>public</a:t>
            </a:r>
            <a:r>
              <a:rPr sz="1200" b="0" i="0">
                <a:solidFill>
                  <a:srgbClr val="E6EDF3"/>
                </a:solidFill>
                <a:latin typeface="Consolas"/>
              </a:rPr>
              <a:t> </a:t>
            </a:r>
            <a:r>
              <a:rPr sz="1200" b="0" i="0">
                <a:solidFill>
                  <a:srgbClr val="7FB6FF"/>
                </a:solidFill>
                <a:latin typeface="Consolas"/>
              </a:rPr>
              <a:t>required</a:t>
            </a:r>
            <a:r>
              <a:rPr sz="1200" b="0" i="0">
                <a:solidFill>
                  <a:srgbClr val="E6EDF3"/>
                </a:solidFill>
                <a:latin typeface="Consolas"/>
              </a:rPr>
              <a:t> </a:t>
            </a:r>
            <a:r>
              <a:rPr sz="1200" b="0" i="0">
                <a:solidFill>
                  <a:srgbClr val="79D6BE"/>
                </a:solidFill>
                <a:latin typeface="Consolas"/>
              </a:rPr>
              <a:t>ImmutableDictionary</a:t>
            </a:r>
            <a:r>
              <a:rPr sz="1200" b="0" i="0">
                <a:solidFill>
                  <a:srgbClr val="E6EDF3"/>
                </a:solidFill>
                <a:latin typeface="Consolas"/>
              </a:rPr>
              <a:t>&lt;</a:t>
            </a:r>
            <a:r>
              <a:rPr sz="1200" b="0" i="0">
                <a:solidFill>
                  <a:srgbClr val="7FB6FF"/>
                </a:solidFill>
                <a:latin typeface="Consolas"/>
              </a:rPr>
              <a:t>string</a:t>
            </a:r>
            <a:r>
              <a:rPr sz="1200" b="0" i="0">
                <a:solidFill>
                  <a:srgbClr val="E6EDF3"/>
                </a:solidFill>
                <a:latin typeface="Consolas"/>
              </a:rPr>
              <a:t>, </a:t>
            </a:r>
            <a:r>
              <a:rPr sz="1200" b="0" i="0">
                <a:solidFill>
                  <a:srgbClr val="79D6BE"/>
                </a:solidFill>
                <a:latin typeface="Consolas"/>
              </a:rPr>
              <a:t>ShipSection</a:t>
            </a:r>
            <a:r>
              <a:rPr sz="1200" b="0" i="0">
                <a:solidFill>
                  <a:srgbClr val="E6EDF3"/>
                </a:solidFill>
                <a:latin typeface="Consolas"/>
              </a:rPr>
              <a:t>&gt; </a:t>
            </a:r>
            <a:r>
              <a:rPr sz="1200" b="0" i="0">
                <a:solidFill>
                  <a:srgbClr val="79D6BE"/>
                </a:solidFill>
                <a:latin typeface="Consolas"/>
              </a:rPr>
              <a:t>Sections</a:t>
            </a:r>
            <a:r>
              <a:rPr sz="1200" b="0" i="0">
                <a:solidFill>
                  <a:srgbClr val="E6EDF3"/>
                </a:solidFill>
                <a:latin typeface="Consolas"/>
              </a:rPr>
              <a:t>        { </a:t>
            </a:r>
            <a:r>
              <a:rPr sz="1200" b="0" i="0">
                <a:solidFill>
                  <a:srgbClr val="7FB6FF"/>
                </a:solidFill>
                <a:latin typeface="Consolas"/>
              </a:rPr>
              <a:t>get</a:t>
            </a:r>
            <a:r>
              <a:rPr sz="1200" b="0" i="0">
                <a:solidFill>
                  <a:srgbClr val="E6EDF3"/>
                </a:solidFill>
                <a:latin typeface="Consolas"/>
              </a:rPr>
              <a:t>; </a:t>
            </a:r>
            <a:r>
              <a:rPr sz="1200" b="0" i="0">
                <a:solidFill>
                  <a:srgbClr val="7FB6FF"/>
                </a:solidFill>
                <a:latin typeface="Consolas"/>
              </a:rPr>
              <a:t>init</a:t>
            </a:r>
            <a:r>
              <a:rPr sz="1200" b="0" i="0">
                <a:solidFill>
                  <a:srgbClr val="E6EDF3"/>
                </a:solidFill>
                <a:latin typeface="Consolas"/>
              </a:rPr>
              <a:t>; }</a:t>
            </a:r>
          </a:p>
          <a:p>
            <a:pPr algn="l">
              <a:lnSpc>
                <a:spcPct val="100000"/>
              </a:lnSpc>
              <a:spcAft>
                <a:spcPts val="0"/>
              </a:spcAft>
            </a:pPr>
            <a:r>
              <a:rPr sz="1200" b="0" i="0">
                <a:solidFill>
                  <a:srgbClr val="E6EDF3"/>
                </a:solidFill>
                <a:latin typeface="Consolas"/>
              </a:rPr>
              <a:t>    </a:t>
            </a:r>
            <a:r>
              <a:rPr sz="1200" b="0" i="0">
                <a:solidFill>
                  <a:srgbClr val="7FB6FF"/>
                </a:solidFill>
                <a:latin typeface="Consolas"/>
              </a:rPr>
              <a:t>public</a:t>
            </a:r>
            <a:r>
              <a:rPr sz="1200" b="0" i="0">
                <a:solidFill>
                  <a:srgbClr val="E6EDF3"/>
                </a:solidFill>
                <a:latin typeface="Consolas"/>
              </a:rPr>
              <a:t> </a:t>
            </a:r>
            <a:r>
              <a:rPr sz="1200" b="0" i="0">
                <a:solidFill>
                  <a:srgbClr val="7FB6FF"/>
                </a:solidFill>
                <a:latin typeface="Consolas"/>
              </a:rPr>
              <a:t>required</a:t>
            </a:r>
            <a:r>
              <a:rPr sz="1200" b="0" i="0">
                <a:solidFill>
                  <a:srgbClr val="E6EDF3"/>
                </a:solidFill>
                <a:latin typeface="Consolas"/>
              </a:rPr>
              <a:t> </a:t>
            </a:r>
            <a:r>
              <a:rPr sz="1200" b="0" i="0">
                <a:solidFill>
                  <a:srgbClr val="79D6BE"/>
                </a:solidFill>
                <a:latin typeface="Consolas"/>
              </a:rPr>
              <a:t>ImmutableArray</a:t>
            </a:r>
            <a:r>
              <a:rPr sz="1200" b="0" i="0">
                <a:solidFill>
                  <a:srgbClr val="E6EDF3"/>
                </a:solidFill>
                <a:latin typeface="Consolas"/>
              </a:rPr>
              <a:t>&lt;</a:t>
            </a:r>
            <a:r>
              <a:rPr sz="1200" b="0" i="0">
                <a:solidFill>
                  <a:srgbClr val="79D6BE"/>
                </a:solidFill>
                <a:latin typeface="Consolas"/>
              </a:rPr>
              <a:t>CrewMember</a:t>
            </a:r>
            <a:r>
              <a:rPr sz="1200" b="0" i="0">
                <a:solidFill>
                  <a:srgbClr val="E6EDF3"/>
                </a:solidFill>
                <a:latin typeface="Consolas"/>
              </a:rPr>
              <a:t>&gt;               </a:t>
            </a:r>
            <a:r>
              <a:rPr sz="1200" b="0" i="0">
                <a:solidFill>
                  <a:srgbClr val="79D6BE"/>
                </a:solidFill>
                <a:latin typeface="Consolas"/>
              </a:rPr>
              <a:t>Crew</a:t>
            </a:r>
            <a:r>
              <a:rPr sz="1200" b="0" i="0">
                <a:solidFill>
                  <a:srgbClr val="E6EDF3"/>
                </a:solidFill>
                <a:latin typeface="Consolas"/>
              </a:rPr>
              <a:t>            { </a:t>
            </a:r>
            <a:r>
              <a:rPr sz="1200" b="0" i="0">
                <a:solidFill>
                  <a:srgbClr val="7FB6FF"/>
                </a:solidFill>
                <a:latin typeface="Consolas"/>
              </a:rPr>
              <a:t>get</a:t>
            </a:r>
            <a:r>
              <a:rPr sz="1200" b="0" i="0">
                <a:solidFill>
                  <a:srgbClr val="E6EDF3"/>
                </a:solidFill>
                <a:latin typeface="Consolas"/>
              </a:rPr>
              <a:t>; </a:t>
            </a:r>
            <a:r>
              <a:rPr sz="1200" b="0" i="0">
                <a:solidFill>
                  <a:srgbClr val="7FB6FF"/>
                </a:solidFill>
                <a:latin typeface="Consolas"/>
              </a:rPr>
              <a:t>init</a:t>
            </a:r>
            <a:r>
              <a:rPr sz="1200" b="0" i="0">
                <a:solidFill>
                  <a:srgbClr val="E6EDF3"/>
                </a:solidFill>
                <a:latin typeface="Consolas"/>
              </a:rPr>
              <a:t>; }</a:t>
            </a:r>
          </a:p>
          <a:p>
            <a:pPr algn="l">
              <a:lnSpc>
                <a:spcPct val="100000"/>
              </a:lnSpc>
              <a:spcAft>
                <a:spcPts val="0"/>
              </a:spcAft>
            </a:pPr>
            <a:r>
              <a:rPr sz="1200" b="0" i="0">
                <a:solidFill>
                  <a:srgbClr val="E6EDF3"/>
                </a:solidFill>
                <a:latin typeface="Consolas"/>
              </a:rPr>
              <a:t>    </a:t>
            </a:r>
            <a:r>
              <a:rPr sz="1200" b="0" i="0">
                <a:solidFill>
                  <a:srgbClr val="7FB6FF"/>
                </a:solidFill>
                <a:latin typeface="Consolas"/>
              </a:rPr>
              <a:t>public</a:t>
            </a:r>
            <a:r>
              <a:rPr sz="1200" b="0" i="0">
                <a:solidFill>
                  <a:srgbClr val="E6EDF3"/>
                </a:solidFill>
                <a:latin typeface="Consolas"/>
              </a:rPr>
              <a:t> </a:t>
            </a:r>
            <a:r>
              <a:rPr sz="1200" b="0" i="0">
                <a:solidFill>
                  <a:srgbClr val="7FB6FF"/>
                </a:solidFill>
                <a:latin typeface="Consolas"/>
              </a:rPr>
              <a:t>required</a:t>
            </a:r>
            <a:r>
              <a:rPr sz="1200" b="0" i="0">
                <a:solidFill>
                  <a:srgbClr val="E6EDF3"/>
                </a:solidFill>
                <a:latin typeface="Consolas"/>
              </a:rPr>
              <a:t> </a:t>
            </a:r>
            <a:r>
              <a:rPr sz="1200" b="0" i="0">
                <a:solidFill>
                  <a:srgbClr val="79D6BE"/>
                </a:solidFill>
                <a:latin typeface="Consolas"/>
              </a:rPr>
              <a:t>ImmutableArray</a:t>
            </a:r>
            <a:r>
              <a:rPr sz="1200" b="0" i="0">
                <a:solidFill>
                  <a:srgbClr val="E6EDF3"/>
                </a:solidFill>
                <a:latin typeface="Consolas"/>
              </a:rPr>
              <a:t>&lt;</a:t>
            </a:r>
            <a:r>
              <a:rPr sz="1200" b="0" i="0">
                <a:solidFill>
                  <a:srgbClr val="79D6BE"/>
                </a:solidFill>
                <a:latin typeface="Consolas"/>
              </a:rPr>
              <a:t>Contact</a:t>
            </a:r>
            <a:r>
              <a:rPr sz="1200" b="0" i="0">
                <a:solidFill>
                  <a:srgbClr val="E6EDF3"/>
                </a:solidFill>
                <a:latin typeface="Consolas"/>
              </a:rPr>
              <a:t>&gt;                  </a:t>
            </a:r>
            <a:r>
              <a:rPr sz="1200" b="0" i="0">
                <a:solidFill>
                  <a:srgbClr val="79D6BE"/>
                </a:solidFill>
                <a:latin typeface="Consolas"/>
              </a:rPr>
              <a:t>Contacts</a:t>
            </a:r>
            <a:r>
              <a:rPr sz="1200" b="0" i="0">
                <a:solidFill>
                  <a:srgbClr val="E6EDF3"/>
                </a:solidFill>
                <a:latin typeface="Consolas"/>
              </a:rPr>
              <a:t>        { </a:t>
            </a:r>
            <a:r>
              <a:rPr sz="1200" b="0" i="0">
                <a:solidFill>
                  <a:srgbClr val="7FB6FF"/>
                </a:solidFill>
                <a:latin typeface="Consolas"/>
              </a:rPr>
              <a:t>get</a:t>
            </a:r>
            <a:r>
              <a:rPr sz="1200" b="0" i="0">
                <a:solidFill>
                  <a:srgbClr val="E6EDF3"/>
                </a:solidFill>
                <a:latin typeface="Consolas"/>
              </a:rPr>
              <a:t>; </a:t>
            </a:r>
            <a:r>
              <a:rPr sz="1200" b="0" i="0">
                <a:solidFill>
                  <a:srgbClr val="7FB6FF"/>
                </a:solidFill>
                <a:latin typeface="Consolas"/>
              </a:rPr>
              <a:t>init</a:t>
            </a:r>
            <a:r>
              <a:rPr sz="1200" b="0" i="0">
                <a:solidFill>
                  <a:srgbClr val="E6EDF3"/>
                </a:solidFill>
                <a:latin typeface="Consolas"/>
              </a:rPr>
              <a:t>; }</a:t>
            </a:r>
          </a:p>
          <a:p>
            <a:pPr algn="l">
              <a:lnSpc>
                <a:spcPct val="100000"/>
              </a:lnSpc>
              <a:spcAft>
                <a:spcPts val="0"/>
              </a:spcAft>
            </a:pPr>
            <a:r>
              <a:rPr sz="1200" b="0" i="0">
                <a:solidFill>
                  <a:srgbClr val="E6EDF3"/>
                </a:solidFill>
                <a:latin typeface="Consolas"/>
              </a:rPr>
              <a:t> </a:t>
            </a:r>
          </a:p>
          <a:p>
            <a:pPr algn="l">
              <a:lnSpc>
                <a:spcPct val="100000"/>
              </a:lnSpc>
              <a:spcAft>
                <a:spcPts val="0"/>
              </a:spcAft>
            </a:pPr>
            <a:r>
              <a:rPr sz="1200" b="0" i="0">
                <a:solidFill>
                  <a:srgbClr val="E6EDF3"/>
                </a:solidFill>
                <a:latin typeface="Consolas"/>
              </a:rPr>
              <a:t>    </a:t>
            </a:r>
            <a:r>
              <a:rPr sz="1200" b="0" i="0">
                <a:solidFill>
                  <a:srgbClr val="7FB6FF"/>
                </a:solidFill>
                <a:latin typeface="Consolas"/>
              </a:rPr>
              <a:t>public</a:t>
            </a:r>
            <a:r>
              <a:rPr sz="1200" b="0" i="0">
                <a:solidFill>
                  <a:srgbClr val="E6EDF3"/>
                </a:solidFill>
                <a:latin typeface="Consolas"/>
              </a:rPr>
              <a:t> </a:t>
            </a:r>
            <a:r>
              <a:rPr sz="1200" b="0" i="0">
                <a:solidFill>
                  <a:srgbClr val="79D6BE"/>
                </a:solidFill>
                <a:latin typeface="Consolas"/>
              </a:rPr>
              <a:t>IEnumerable</a:t>
            </a:r>
            <a:r>
              <a:rPr sz="1200" b="0" i="0">
                <a:solidFill>
                  <a:srgbClr val="E6EDF3"/>
                </a:solidFill>
                <a:latin typeface="Consolas"/>
              </a:rPr>
              <a:t>&lt;</a:t>
            </a:r>
            <a:r>
              <a:rPr sz="1200" b="0" i="0">
                <a:solidFill>
                  <a:srgbClr val="79D6BE"/>
                </a:solidFill>
                <a:latin typeface="Consolas"/>
              </a:rPr>
              <a:t>CrewMember</a:t>
            </a:r>
            <a:r>
              <a:rPr sz="1200" b="0" i="0">
                <a:solidFill>
                  <a:srgbClr val="E6EDF3"/>
                </a:solidFill>
                <a:latin typeface="Consolas"/>
              </a:rPr>
              <a:t>&gt; </a:t>
            </a:r>
            <a:r>
              <a:rPr sz="1200" b="0" i="0">
                <a:solidFill>
                  <a:srgbClr val="79D6BE"/>
                </a:solidFill>
                <a:latin typeface="Consolas"/>
              </a:rPr>
              <a:t>CrewIn</a:t>
            </a:r>
            <a:r>
              <a:rPr sz="1200" b="0" i="0">
                <a:solidFill>
                  <a:srgbClr val="E6EDF3"/>
                </a:solidFill>
                <a:latin typeface="Consolas"/>
              </a:rPr>
              <a:t>(</a:t>
            </a:r>
            <a:r>
              <a:rPr sz="1200" b="0" i="0">
                <a:solidFill>
                  <a:srgbClr val="7FB6FF"/>
                </a:solidFill>
                <a:latin typeface="Consolas"/>
              </a:rPr>
              <a:t>string</a:t>
            </a:r>
            <a:r>
              <a:rPr sz="1200" b="0" i="0">
                <a:solidFill>
                  <a:srgbClr val="E6EDF3"/>
                </a:solidFill>
                <a:latin typeface="Consolas"/>
              </a:rPr>
              <a:t> section) =&gt;</a:t>
            </a:r>
          </a:p>
          <a:p>
            <a:pPr algn="l">
              <a:lnSpc>
                <a:spcPct val="100000"/>
              </a:lnSpc>
              <a:spcAft>
                <a:spcPts val="0"/>
              </a:spcAft>
            </a:pPr>
            <a:r>
              <a:rPr sz="1200" b="0" i="0">
                <a:solidFill>
                  <a:srgbClr val="E6EDF3"/>
                </a:solidFill>
                <a:latin typeface="Consolas"/>
              </a:rPr>
              <a:t>        </a:t>
            </a:r>
            <a:r>
              <a:rPr sz="1200" b="0" i="0">
                <a:solidFill>
                  <a:srgbClr val="79D6BE"/>
                </a:solidFill>
                <a:latin typeface="Consolas"/>
              </a:rPr>
              <a:t>LivingCrew</a:t>
            </a:r>
            <a:r>
              <a:rPr sz="1200" b="0" i="0">
                <a:solidFill>
                  <a:srgbClr val="E6EDF3"/>
                </a:solidFill>
                <a:latin typeface="Consolas"/>
              </a:rPr>
              <a:t>.</a:t>
            </a:r>
            <a:r>
              <a:rPr sz="1200" b="0" i="0">
                <a:solidFill>
                  <a:srgbClr val="79D6BE"/>
                </a:solidFill>
                <a:latin typeface="Consolas"/>
              </a:rPr>
              <a:t>Where</a:t>
            </a:r>
            <a:r>
              <a:rPr sz="1200" b="0" i="0">
                <a:solidFill>
                  <a:srgbClr val="E6EDF3"/>
                </a:solidFill>
                <a:latin typeface="Consolas"/>
              </a:rPr>
              <a:t>(c =&gt; </a:t>
            </a:r>
            <a:r>
              <a:rPr sz="1200" b="0" i="0">
                <a:solidFill>
                  <a:srgbClr val="7FB6FF"/>
                </a:solidFill>
                <a:latin typeface="Consolas"/>
              </a:rPr>
              <a:t>string</a:t>
            </a:r>
            <a:r>
              <a:rPr sz="1200" b="0" i="0">
                <a:solidFill>
                  <a:srgbClr val="E6EDF3"/>
                </a:solidFill>
                <a:latin typeface="Consolas"/>
              </a:rPr>
              <a:t>.</a:t>
            </a:r>
            <a:r>
              <a:rPr sz="1200" b="0" i="0">
                <a:solidFill>
                  <a:srgbClr val="79D6BE"/>
                </a:solidFill>
                <a:latin typeface="Consolas"/>
              </a:rPr>
              <a:t>Equals</a:t>
            </a:r>
            <a:r>
              <a:rPr sz="1200" b="0" i="0">
                <a:solidFill>
                  <a:srgbClr val="E6EDF3"/>
                </a:solidFill>
                <a:latin typeface="Consolas"/>
              </a:rPr>
              <a:t>(c.</a:t>
            </a:r>
            <a:r>
              <a:rPr sz="1200" b="0" i="0">
                <a:solidFill>
                  <a:srgbClr val="79D6BE"/>
                </a:solidFill>
                <a:latin typeface="Consolas"/>
              </a:rPr>
              <a:t>Section</a:t>
            </a:r>
            <a:r>
              <a:rPr sz="1200" b="0" i="0">
                <a:solidFill>
                  <a:srgbClr val="E6EDF3"/>
                </a:solidFill>
                <a:latin typeface="Consolas"/>
              </a:rPr>
              <a:t>, section, </a:t>
            </a:r>
            <a:r>
              <a:rPr sz="1200" b="0" i="0">
                <a:solidFill>
                  <a:srgbClr val="79D6BE"/>
                </a:solidFill>
                <a:latin typeface="Consolas"/>
              </a:rPr>
              <a:t>OrdinalIgnoreCase</a:t>
            </a:r>
            <a:r>
              <a:rPr sz="1200" b="0" i="0">
                <a:solidFill>
                  <a:srgbClr val="E6EDF3"/>
                </a:solidFill>
                <a:latin typeface="Consolas"/>
              </a:rPr>
              <a:t>));</a:t>
            </a:r>
          </a:p>
          <a:p>
            <a:pPr algn="l">
              <a:lnSpc>
                <a:spcPct val="100000"/>
              </a:lnSpc>
              <a:spcAft>
                <a:spcPts val="0"/>
              </a:spcAft>
            </a:pPr>
            <a:r>
              <a:rPr sz="1200" b="0" i="0">
                <a:solidFill>
                  <a:srgbClr val="E6EDF3"/>
                </a:solidFill>
                <a:latin typeface="Consolas"/>
              </a:rPr>
              <a:t>}</a:t>
            </a:r>
          </a:p>
        </p:txBody>
      </p:sp>
      <p:sp>
        <p:nvSpPr>
          <p:cNvPr id="7" name="TextBox 6"/>
          <p:cNvSpPr txBox="1"/>
          <p:nvPr/>
        </p:nvSpPr>
        <p:spPr>
          <a:xfrm>
            <a:off x="777240" y="5465064"/>
            <a:ext cx="10637215" cy="822960"/>
          </a:xfrm>
          <a:prstGeom prst="rect">
            <a:avLst/>
          </a:prstGeom>
          <a:noFill/>
        </p:spPr>
        <p:txBody>
          <a:bodyPr wrap="square" lIns="0" tIns="0" rIns="0" bIns="0" anchor="t">
            <a:spAutoFit/>
          </a:bodyPr>
          <a:lstStyle/>
          <a:p>
            <a:pPr algn="l">
              <a:lnSpc>
                <a:spcPct val="125000"/>
              </a:lnSpc>
              <a:spcAft>
                <a:spcPts val="600"/>
              </a:spcAft>
            </a:pPr>
            <a:r>
              <a:rPr sz="1600" b="0" i="0">
                <a:solidFill>
                  <a:srgbClr val="F0B429"/>
                </a:solidFill>
                <a:latin typeface="Consolas"/>
              </a:rPr>
              <a:t>ShipSimulation</a:t>
            </a:r>
            <a:r>
              <a:rPr sz="1600" b="0" i="0">
                <a:solidFill>
                  <a:srgbClr val="8B949E"/>
                </a:solidFill>
                <a:latin typeface="Segoe UI"/>
              </a:rPr>
              <a:t> holds the only mutable reference and replaces it wholesale. Everything else — panel, tools, tests — works with snapshots.</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0D1117"/>
        </a:solidFill>
        <a:effectLst/>
      </p:bgPr>
    </p:bg>
    <p:spTree>
      <p:nvGrpSpPr>
        <p:cNvPr id="1" name=""/>
        <p:cNvGrpSpPr/>
        <p:nvPr/>
      </p:nvGrpSpPr>
      <p:grpSpPr>
        <a:xfrm>
          <a:off x="0" y="0"/>
          <a:ext cx="0" cy="0"/>
          <a:chOff x="0" y="0"/>
          <a:chExt cx="0" cy="0"/>
        </a:xfrm>
      </p:grpSpPr>
      <p:sp>
        <p:nvSpPr>
          <p:cNvPr id="2" name="TextBox 1"/>
          <p:cNvSpPr txBox="1"/>
          <p:nvPr/>
        </p:nvSpPr>
        <p:spPr>
          <a:xfrm>
            <a:off x="777240" y="502920"/>
            <a:ext cx="10637215" cy="274320"/>
          </a:xfrm>
          <a:prstGeom prst="rect">
            <a:avLst/>
          </a:prstGeom>
          <a:noFill/>
        </p:spPr>
        <p:txBody>
          <a:bodyPr wrap="square" lIns="0" tIns="0" rIns="0" bIns="0" anchor="t">
            <a:spAutoFit/>
          </a:bodyPr>
          <a:lstStyle/>
          <a:p>
            <a:pPr algn="l">
              <a:lnSpc>
                <a:spcPct val="115000"/>
              </a:lnSpc>
              <a:spcAft>
                <a:spcPts val="800"/>
              </a:spcAft>
            </a:pPr>
            <a:r>
              <a:rPr sz="1300" b="1" i="0">
                <a:solidFill>
                  <a:srgbClr val="F0B429"/>
                </a:solidFill>
                <a:latin typeface="Consolas"/>
              </a:rPr>
              <a:t>src/ShipAI.Simulation/Scenarios/derelict-freighter.json</a:t>
            </a:r>
          </a:p>
        </p:txBody>
      </p:sp>
      <p:sp>
        <p:nvSpPr>
          <p:cNvPr id="3" name="TextBox 2"/>
          <p:cNvSpPr txBox="1"/>
          <p:nvPr/>
        </p:nvSpPr>
        <p:spPr>
          <a:xfrm>
            <a:off x="777240" y="914400"/>
            <a:ext cx="10637215" cy="1005840"/>
          </a:xfrm>
          <a:prstGeom prst="rect">
            <a:avLst/>
          </a:prstGeom>
          <a:noFill/>
        </p:spPr>
        <p:txBody>
          <a:bodyPr wrap="square" lIns="0" tIns="0" rIns="0" bIns="0" anchor="t">
            <a:spAutoFit/>
          </a:bodyPr>
          <a:lstStyle/>
          <a:p>
            <a:pPr algn="l">
              <a:lnSpc>
                <a:spcPct val="115000"/>
              </a:lnSpc>
              <a:spcAft>
                <a:spcPts val="800"/>
              </a:spcAft>
            </a:pPr>
            <a:r>
              <a:rPr sz="3600" b="1" i="0">
                <a:solidFill>
                  <a:srgbClr val="E6EDF3"/>
                </a:solidFill>
                <a:latin typeface="Segoe UI"/>
              </a:rPr>
              <a:t>The encounter is data, not code</a:t>
            </a:r>
          </a:p>
        </p:txBody>
      </p:sp>
      <p:sp>
        <p:nvSpPr>
          <p:cNvPr id="4" name="Rectangle 3"/>
          <p:cNvSpPr/>
          <p:nvPr/>
        </p:nvSpPr>
        <p:spPr>
          <a:xfrm>
            <a:off x="777240" y="1783080"/>
            <a:ext cx="10637215" cy="3596640"/>
          </a:xfrm>
          <a:prstGeom prst="rect">
            <a:avLst/>
          </a:prstGeom>
          <a:solidFill>
            <a:srgbClr val="0F141C"/>
          </a:solidFill>
          <a:ln w="12700">
            <a:solidFill>
              <a:srgbClr val="3036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777240" y="1783080"/>
            <a:ext cx="38100" cy="3596640"/>
          </a:xfrm>
          <a:prstGeom prst="rect">
            <a:avLst/>
          </a:prstGeom>
          <a:solidFill>
            <a:srgbClr val="3036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051560" y="1965960"/>
            <a:ext cx="10134295" cy="3230880"/>
          </a:xfrm>
          <a:prstGeom prst="rect">
            <a:avLst/>
          </a:prstGeom>
          <a:noFill/>
        </p:spPr>
        <p:txBody>
          <a:bodyPr wrap="square" lIns="0" tIns="0" rIns="0" bIns="0" anchor="t">
            <a:spAutoFit/>
          </a:bodyPr>
          <a:lstStyle/>
          <a:p>
            <a:pPr algn="l">
              <a:lnSpc>
                <a:spcPct val="100000"/>
              </a:lnSpc>
              <a:spcAft>
                <a:spcPts val="0"/>
              </a:spcAft>
            </a:pPr>
            <a:r>
              <a:rPr sz="1200" b="0" i="0">
                <a:solidFill>
                  <a:srgbClr val="E6EDF3"/>
                </a:solidFill>
                <a:latin typeface="Consolas"/>
              </a:rPr>
              <a:t>{</a:t>
            </a:r>
          </a:p>
          <a:p>
            <a:pPr algn="l">
              <a:lnSpc>
                <a:spcPct val="100000"/>
              </a:lnSpc>
              <a:spcAft>
                <a:spcPts val="0"/>
              </a:spcAft>
            </a:pPr>
            <a:r>
              <a:rPr sz="1200" b="0" i="0">
                <a:solidFill>
                  <a:srgbClr val="E6EDF3"/>
                </a:solidFill>
                <a:latin typeface="Consolas"/>
              </a:rPr>
              <a:t>  </a:t>
            </a:r>
            <a:r>
              <a:rPr sz="1200" b="0" i="0">
                <a:solidFill>
                  <a:srgbClr val="F0B429"/>
                </a:solidFill>
                <a:latin typeface="Consolas"/>
              </a:rPr>
              <a:t>"name"</a:t>
            </a:r>
            <a:r>
              <a:rPr sz="1200" b="0" i="0">
                <a:solidFill>
                  <a:srgbClr val="E6EDF3"/>
                </a:solidFill>
                <a:latin typeface="Consolas"/>
              </a:rPr>
              <a:t>: </a:t>
            </a:r>
            <a:r>
              <a:rPr sz="1200" b="0" i="0">
                <a:solidFill>
                  <a:srgbClr val="9FD98A"/>
                </a:solidFill>
                <a:latin typeface="Consolas"/>
              </a:rPr>
              <a:t>"Derelict Freighter"</a:t>
            </a:r>
            <a:r>
              <a:rPr sz="1200" b="0" i="0">
                <a:solidFill>
                  <a:srgbClr val="E6EDF3"/>
                </a:solidFill>
                <a:latin typeface="Consolas"/>
              </a:rPr>
              <a:t>,</a:t>
            </a:r>
          </a:p>
          <a:p>
            <a:pPr algn="l">
              <a:lnSpc>
                <a:spcPct val="100000"/>
              </a:lnSpc>
              <a:spcAft>
                <a:spcPts val="0"/>
              </a:spcAft>
            </a:pPr>
            <a:r>
              <a:rPr sz="1200" b="0" i="0">
                <a:solidFill>
                  <a:srgbClr val="E6EDF3"/>
                </a:solidFill>
                <a:latin typeface="Consolas"/>
              </a:rPr>
              <a:t>  </a:t>
            </a:r>
            <a:r>
              <a:rPr sz="1200" b="0" i="0">
                <a:solidFill>
                  <a:srgbClr val="F0B429"/>
                </a:solidFill>
                <a:latin typeface="Consolas"/>
              </a:rPr>
              <a:t>"briefing"</a:t>
            </a:r>
            <a:r>
              <a:rPr sz="1200" b="0" i="0">
                <a:solidFill>
                  <a:srgbClr val="E6EDF3"/>
                </a:solidFill>
                <a:latin typeface="Consolas"/>
              </a:rPr>
              <a:t>: </a:t>
            </a:r>
            <a:r>
              <a:rPr sz="1200" b="0" i="0">
                <a:solidFill>
                  <a:srgbClr val="9FD98A"/>
                </a:solidFill>
                <a:latin typeface="Consolas"/>
              </a:rPr>
              <a:t>"ISV Kestrel is nine hours from the Halveston rendezvous …"</a:t>
            </a:r>
            <a:r>
              <a:rPr sz="1200" b="0" i="0">
                <a:solidFill>
                  <a:srgbClr val="E6EDF3"/>
                </a:solidFill>
                <a:latin typeface="Consolas"/>
              </a:rPr>
              <a:t>,</a:t>
            </a:r>
          </a:p>
          <a:p>
            <a:pPr algn="l">
              <a:lnSpc>
                <a:spcPct val="100000"/>
              </a:lnSpc>
              <a:spcAft>
                <a:spcPts val="0"/>
              </a:spcAft>
            </a:pPr>
            <a:r>
              <a:rPr sz="1200" b="0" i="0">
                <a:solidFill>
                  <a:srgbClr val="E6EDF3"/>
                </a:solidFill>
                <a:latin typeface="Consolas"/>
              </a:rPr>
              <a:t>  </a:t>
            </a:r>
            <a:r>
              <a:rPr sz="1200" b="0" i="0">
                <a:solidFill>
                  <a:srgbClr val="F0B429"/>
                </a:solidFill>
                <a:latin typeface="Consolas"/>
              </a:rPr>
              <a:t>"events"</a:t>
            </a:r>
            <a:r>
              <a:rPr sz="1200" b="0" i="0">
                <a:solidFill>
                  <a:srgbClr val="E6EDF3"/>
                </a:solidFill>
                <a:latin typeface="Consolas"/>
              </a:rPr>
              <a:t>: [</a:t>
            </a:r>
          </a:p>
          <a:p>
            <a:pPr algn="l">
              <a:lnSpc>
                <a:spcPct val="100000"/>
              </a:lnSpc>
              <a:spcAft>
                <a:spcPts val="0"/>
              </a:spcAft>
            </a:pPr>
            <a:r>
              <a:rPr sz="1200" b="0" i="0">
                <a:solidFill>
                  <a:srgbClr val="E6EDF3"/>
                </a:solidFill>
                <a:latin typeface="Consolas"/>
              </a:rPr>
              <a:t>    { </a:t>
            </a:r>
            <a:r>
              <a:rPr sz="1200" b="0" i="0">
                <a:solidFill>
                  <a:srgbClr val="F0B429"/>
                </a:solidFill>
                <a:latin typeface="Consolas"/>
              </a:rPr>
              <a:t>"turn"</a:t>
            </a:r>
            <a:r>
              <a:rPr sz="1200" b="0" i="0">
                <a:solidFill>
                  <a:srgbClr val="E6EDF3"/>
                </a:solidFill>
                <a:latin typeface="Consolas"/>
              </a:rPr>
              <a:t>: </a:t>
            </a:r>
            <a:r>
              <a:rPr sz="1200" b="0" i="0">
                <a:solidFill>
                  <a:srgbClr val="E8A87C"/>
                </a:solidFill>
                <a:latin typeface="Consolas"/>
              </a:rPr>
              <a:t>2</a:t>
            </a:r>
            <a:r>
              <a:rPr sz="1200" b="0" i="0">
                <a:solidFill>
                  <a:srgbClr val="E6EDF3"/>
                </a:solidFill>
                <a:latin typeface="Consolas"/>
              </a:rPr>
              <a:t>, </a:t>
            </a:r>
            <a:r>
              <a:rPr sz="1200" b="0" i="0">
                <a:solidFill>
                  <a:srgbClr val="F0B429"/>
                </a:solidFill>
                <a:latin typeface="Consolas"/>
              </a:rPr>
              <a:t>"kind"</a:t>
            </a:r>
            <a:r>
              <a:rPr sz="1200" b="0" i="0">
                <a:solidFill>
                  <a:srgbClr val="E6EDF3"/>
                </a:solidFill>
                <a:latin typeface="Consolas"/>
              </a:rPr>
              <a:t>: </a:t>
            </a:r>
            <a:r>
              <a:rPr sz="1200" b="0" i="0">
                <a:solidFill>
                  <a:srgbClr val="9FD98A"/>
                </a:solidFill>
                <a:latin typeface="Consolas"/>
              </a:rPr>
              <a:t>"ContactDetected"</a:t>
            </a:r>
            <a:r>
              <a:rPr sz="1200" b="0" i="0">
                <a:solidFill>
                  <a:srgbClr val="E6EDF3"/>
                </a:solidFill>
                <a:latin typeface="Consolas"/>
              </a:rPr>
              <a:t>,</a:t>
            </a:r>
          </a:p>
          <a:p>
            <a:pPr algn="l">
              <a:lnSpc>
                <a:spcPct val="100000"/>
              </a:lnSpc>
              <a:spcAft>
                <a:spcPts val="0"/>
              </a:spcAft>
            </a:pPr>
            <a:r>
              <a:rPr sz="1200" b="0" i="0">
                <a:solidFill>
                  <a:srgbClr val="E6EDF3"/>
                </a:solidFill>
                <a:latin typeface="Consolas"/>
              </a:rPr>
              <a:t>      </a:t>
            </a:r>
            <a:r>
              <a:rPr sz="1200" b="0" i="0">
                <a:solidFill>
                  <a:srgbClr val="F0B429"/>
                </a:solidFill>
                <a:latin typeface="Consolas"/>
              </a:rPr>
              <a:t>"narrative"</a:t>
            </a:r>
            <a:r>
              <a:rPr sz="1200" b="0" i="0">
                <a:solidFill>
                  <a:srgbClr val="E6EDF3"/>
                </a:solidFill>
                <a:latin typeface="Consolas"/>
              </a:rPr>
              <a:t>: </a:t>
            </a:r>
            <a:r>
              <a:rPr sz="1200" b="0" i="0">
                <a:solidFill>
                  <a:srgbClr val="9FD98A"/>
                </a:solidFill>
                <a:latin typeface="Consolas"/>
              </a:rPr>
              <a:t>"Sensors resolve the beacon source: a bulk freighter, drifting."</a:t>
            </a:r>
            <a:r>
              <a:rPr sz="1200" b="0" i="0">
                <a:solidFill>
                  <a:srgbClr val="E6EDF3"/>
                </a:solidFill>
                <a:latin typeface="Consolas"/>
              </a:rPr>
              <a:t>,</a:t>
            </a:r>
          </a:p>
          <a:p>
            <a:pPr algn="l">
              <a:lnSpc>
                <a:spcPct val="100000"/>
              </a:lnSpc>
              <a:spcAft>
                <a:spcPts val="0"/>
              </a:spcAft>
            </a:pPr>
            <a:r>
              <a:rPr sz="1200" b="0" i="0">
                <a:solidFill>
                  <a:srgbClr val="E6EDF3"/>
                </a:solidFill>
                <a:latin typeface="Consolas"/>
              </a:rPr>
              <a:t>      </a:t>
            </a:r>
            <a:r>
              <a:rPr sz="1200" b="0" i="0">
                <a:solidFill>
                  <a:srgbClr val="F0B429"/>
                </a:solidFill>
                <a:latin typeface="Consolas"/>
              </a:rPr>
              <a:t>"contact"</a:t>
            </a:r>
            <a:r>
              <a:rPr sz="1200" b="0" i="0">
                <a:solidFill>
                  <a:srgbClr val="E6EDF3"/>
                </a:solidFill>
                <a:latin typeface="Consolas"/>
              </a:rPr>
              <a:t>: {</a:t>
            </a:r>
          </a:p>
          <a:p>
            <a:pPr algn="l">
              <a:lnSpc>
                <a:spcPct val="100000"/>
              </a:lnSpc>
              <a:spcAft>
                <a:spcPts val="0"/>
              </a:spcAft>
            </a:pPr>
            <a:r>
              <a:rPr sz="1200" b="0" i="0">
                <a:solidFill>
                  <a:srgbClr val="E6EDF3"/>
                </a:solidFill>
                <a:latin typeface="Consolas"/>
              </a:rPr>
              <a:t>        </a:t>
            </a:r>
            <a:r>
              <a:rPr sz="1200" b="0" i="0">
                <a:solidFill>
                  <a:srgbClr val="F0B429"/>
                </a:solidFill>
                <a:latin typeface="Consolas"/>
              </a:rPr>
              <a:t>"id"</a:t>
            </a:r>
            <a:r>
              <a:rPr sz="1200" b="0" i="0">
                <a:solidFill>
                  <a:srgbClr val="E6EDF3"/>
                </a:solidFill>
                <a:latin typeface="Consolas"/>
              </a:rPr>
              <a:t>: </a:t>
            </a:r>
            <a:r>
              <a:rPr sz="1200" b="0" i="0">
                <a:solidFill>
                  <a:srgbClr val="9FD98A"/>
                </a:solidFill>
                <a:latin typeface="Consolas"/>
              </a:rPr>
              <a:t>"C-1"</a:t>
            </a:r>
            <a:r>
              <a:rPr sz="1200" b="0" i="0">
                <a:solidFill>
                  <a:srgbClr val="E6EDF3"/>
                </a:solidFill>
                <a:latin typeface="Consolas"/>
              </a:rPr>
              <a:t>, </a:t>
            </a:r>
            <a:r>
              <a:rPr sz="1200" b="0" i="0">
                <a:solidFill>
                  <a:srgbClr val="F0B429"/>
                </a:solidFill>
                <a:latin typeface="Consolas"/>
              </a:rPr>
              <a:t>"designation"</a:t>
            </a:r>
            <a:r>
              <a:rPr sz="1200" b="0" i="0">
                <a:solidFill>
                  <a:srgbClr val="E6EDF3"/>
                </a:solidFill>
                <a:latin typeface="Consolas"/>
              </a:rPr>
              <a:t>: </a:t>
            </a:r>
            <a:r>
              <a:rPr sz="1200" b="0" i="0">
                <a:solidFill>
                  <a:srgbClr val="9FD98A"/>
                </a:solidFill>
                <a:latin typeface="Consolas"/>
              </a:rPr>
              <a:t>"MV Anselm"</a:t>
            </a:r>
            <a:r>
              <a:rPr sz="1200" b="0" i="0">
                <a:solidFill>
                  <a:srgbClr val="E6EDF3"/>
                </a:solidFill>
                <a:latin typeface="Consolas"/>
              </a:rPr>
              <a:t>, </a:t>
            </a:r>
            <a:r>
              <a:rPr sz="1200" b="0" i="0">
                <a:solidFill>
                  <a:srgbClr val="F0B429"/>
                </a:solidFill>
                <a:latin typeface="Consolas"/>
              </a:rPr>
              <a:t>"bearing"</a:t>
            </a:r>
            <a:r>
              <a:rPr sz="1200" b="0" i="0">
                <a:solidFill>
                  <a:srgbClr val="E6EDF3"/>
                </a:solidFill>
                <a:latin typeface="Consolas"/>
              </a:rPr>
              <a:t>: </a:t>
            </a:r>
            <a:r>
              <a:rPr sz="1200" b="0" i="0">
                <a:solidFill>
                  <a:srgbClr val="E8A87C"/>
                </a:solidFill>
                <a:latin typeface="Consolas"/>
              </a:rPr>
              <a:t>214</a:t>
            </a:r>
            <a:r>
              <a:rPr sz="1200" b="0" i="0">
                <a:solidFill>
                  <a:srgbClr val="E6EDF3"/>
                </a:solidFill>
                <a:latin typeface="Consolas"/>
              </a:rPr>
              <a:t>, </a:t>
            </a:r>
            <a:r>
              <a:rPr sz="1200" b="0" i="0">
                <a:solidFill>
                  <a:srgbClr val="F0B429"/>
                </a:solidFill>
                <a:latin typeface="Consolas"/>
              </a:rPr>
              <a:t>"range"</a:t>
            </a:r>
            <a:r>
              <a:rPr sz="1200" b="0" i="0">
                <a:solidFill>
                  <a:srgbClr val="E6EDF3"/>
                </a:solidFill>
                <a:latin typeface="Consolas"/>
              </a:rPr>
              <a:t>: </a:t>
            </a:r>
            <a:r>
              <a:rPr sz="1200" b="0" i="0">
                <a:solidFill>
                  <a:srgbClr val="E8A87C"/>
                </a:solidFill>
                <a:latin typeface="Consolas"/>
              </a:rPr>
              <a:t>8.4</a:t>
            </a:r>
            <a:r>
              <a:rPr sz="1200" b="0" i="0">
                <a:solidFill>
                  <a:srgbClr val="E6EDF3"/>
                </a:solidFill>
                <a:latin typeface="Consolas"/>
              </a:rPr>
              <a:t>,</a:t>
            </a:r>
          </a:p>
          <a:p>
            <a:pPr algn="l">
              <a:lnSpc>
                <a:spcPct val="100000"/>
              </a:lnSpc>
              <a:spcAft>
                <a:spcPts val="0"/>
              </a:spcAft>
            </a:pPr>
            <a:r>
              <a:rPr sz="1200" b="0" i="0">
                <a:solidFill>
                  <a:srgbClr val="E6EDF3"/>
                </a:solidFill>
                <a:latin typeface="Consolas"/>
              </a:rPr>
              <a:t>        </a:t>
            </a:r>
            <a:r>
              <a:rPr sz="1200" b="0" i="0">
                <a:solidFill>
                  <a:srgbClr val="F0B429"/>
                </a:solidFill>
                <a:latin typeface="Consolas"/>
              </a:rPr>
              <a:t>"driveSignature"</a:t>
            </a:r>
            <a:r>
              <a:rPr sz="1200" b="0" i="0">
                <a:solidFill>
                  <a:srgbClr val="E6EDF3"/>
                </a:solidFill>
                <a:latin typeface="Consolas"/>
              </a:rPr>
              <a:t>: </a:t>
            </a:r>
            <a:r>
              <a:rPr sz="1200" b="0" i="0">
                <a:solidFill>
                  <a:srgbClr val="9FD98A"/>
                </a:solidFill>
                <a:latin typeface="Consolas"/>
              </a:rPr>
              <a:t>"Cold. Fusion plant offline for at least six hours."</a:t>
            </a:r>
            <a:r>
              <a:rPr sz="1200" b="0" i="0">
                <a:solidFill>
                  <a:srgbClr val="E6EDF3"/>
                </a:solidFill>
                <a:latin typeface="Consolas"/>
              </a:rPr>
              <a:t>,</a:t>
            </a:r>
          </a:p>
          <a:p>
            <a:pPr algn="l">
              <a:lnSpc>
                <a:spcPct val="100000"/>
              </a:lnSpc>
              <a:spcAft>
                <a:spcPts val="0"/>
              </a:spcAft>
            </a:pPr>
            <a:r>
              <a:rPr sz="1200" b="0" i="0">
                <a:solidFill>
                  <a:srgbClr val="E6EDF3"/>
                </a:solidFill>
                <a:latin typeface="Consolas"/>
              </a:rPr>
              <a:t>        </a:t>
            </a:r>
            <a:r>
              <a:rPr sz="1200" b="0" i="0">
                <a:solidFill>
                  <a:srgbClr val="F0B429"/>
                </a:solidFill>
                <a:latin typeface="Consolas"/>
              </a:rPr>
              <a:t>"analysis"</a:t>
            </a:r>
            <a:r>
              <a:rPr sz="1200" b="0" i="0">
                <a:solidFill>
                  <a:srgbClr val="E6EDF3"/>
                </a:solidFill>
                <a:latin typeface="Consolas"/>
              </a:rPr>
              <a:t>: </a:t>
            </a:r>
            <a:r>
              <a:rPr sz="1200" b="0" i="0">
                <a:solidFill>
                  <a:srgbClr val="9FD98A"/>
                </a:solidFill>
                <a:latin typeface="Consolas"/>
              </a:rPr>
              <a:t>"Cargo bay doors standing open, safety interlocks manually</a:t>
            </a:r>
          </a:p>
          <a:p>
            <a:pPr algn="l">
              <a:lnSpc>
                <a:spcPct val="100000"/>
              </a:lnSpc>
              <a:spcAft>
                <a:spcPts val="0"/>
              </a:spcAft>
            </a:pPr>
            <a:r>
              <a:rPr sz="1200" b="0" i="0">
                <a:solidFill>
                  <a:srgbClr val="9FD98A"/>
                </a:solidFill>
                <a:latin typeface="Consolas"/>
              </a:rPr>
              <a:t>                     overridden from inside. Escape pods all present in their</a:t>
            </a:r>
          </a:p>
          <a:p>
            <a:pPr algn="l">
              <a:lnSpc>
                <a:spcPct val="100000"/>
              </a:lnSpc>
              <a:spcAft>
                <a:spcPts val="0"/>
              </a:spcAft>
            </a:pPr>
            <a:r>
              <a:rPr sz="1200" b="0" i="0">
                <a:solidFill>
                  <a:srgbClr val="9FD98A"/>
                </a:solidFill>
                <a:latin typeface="Consolas"/>
              </a:rPr>
              <a:t>                     cradles. Whatever happened here, nobody tried to leave."</a:t>
            </a:r>
          </a:p>
          <a:p>
            <a:pPr algn="l">
              <a:lnSpc>
                <a:spcPct val="100000"/>
              </a:lnSpc>
              <a:spcAft>
                <a:spcPts val="0"/>
              </a:spcAft>
            </a:pPr>
            <a:r>
              <a:rPr sz="1200" b="0" i="0">
                <a:solidFill>
                  <a:srgbClr val="E6EDF3"/>
                </a:solidFill>
                <a:latin typeface="Consolas"/>
              </a:rPr>
              <a:t>      } },</a:t>
            </a:r>
          </a:p>
          <a:p>
            <a:pPr algn="l">
              <a:lnSpc>
                <a:spcPct val="100000"/>
              </a:lnSpc>
              <a:spcAft>
                <a:spcPts val="0"/>
              </a:spcAft>
            </a:pPr>
            <a:r>
              <a:rPr sz="1200" b="0" i="0">
                <a:solidFill>
                  <a:srgbClr val="E6EDF3"/>
                </a:solidFill>
                <a:latin typeface="Consolas"/>
              </a:rPr>
              <a:t>    { </a:t>
            </a:r>
            <a:r>
              <a:rPr sz="1200" b="0" i="0">
                <a:solidFill>
                  <a:srgbClr val="F0B429"/>
                </a:solidFill>
                <a:latin typeface="Consolas"/>
              </a:rPr>
              <a:t>"turn"</a:t>
            </a:r>
            <a:r>
              <a:rPr sz="1200" b="0" i="0">
                <a:solidFill>
                  <a:srgbClr val="E6EDF3"/>
                </a:solidFill>
                <a:latin typeface="Consolas"/>
              </a:rPr>
              <a:t>: </a:t>
            </a:r>
            <a:r>
              <a:rPr sz="1200" b="0" i="0">
                <a:solidFill>
                  <a:srgbClr val="E8A87C"/>
                </a:solidFill>
                <a:latin typeface="Consolas"/>
              </a:rPr>
              <a:t>8</a:t>
            </a:r>
            <a:r>
              <a:rPr sz="1200" b="0" i="0">
                <a:solidFill>
                  <a:srgbClr val="E6EDF3"/>
                </a:solidFill>
                <a:latin typeface="Consolas"/>
              </a:rPr>
              <a:t>, </a:t>
            </a:r>
            <a:r>
              <a:rPr sz="1200" b="0" i="0">
                <a:solidFill>
                  <a:srgbClr val="F0B429"/>
                </a:solidFill>
                <a:latin typeface="Consolas"/>
              </a:rPr>
              <a:t>"kind"</a:t>
            </a:r>
            <a:r>
              <a:rPr sz="1200" b="0" i="0">
                <a:solidFill>
                  <a:srgbClr val="E6EDF3"/>
                </a:solidFill>
                <a:latin typeface="Consolas"/>
              </a:rPr>
              <a:t>: </a:t>
            </a:r>
            <a:r>
              <a:rPr sz="1200" b="0" i="0">
                <a:solidFill>
                  <a:srgbClr val="9FD98A"/>
                </a:solidFill>
                <a:latin typeface="Consolas"/>
              </a:rPr>
              <a:t>"HullDamage"</a:t>
            </a:r>
            <a:r>
              <a:rPr sz="1200" b="0" i="0">
                <a:solidFill>
                  <a:srgbClr val="E6EDF3"/>
                </a:solidFill>
                <a:latin typeface="Consolas"/>
              </a:rPr>
              <a:t>, </a:t>
            </a:r>
            <a:r>
              <a:rPr sz="1200" b="0" i="0">
                <a:solidFill>
                  <a:srgbClr val="F0B429"/>
                </a:solidFill>
                <a:latin typeface="Consolas"/>
              </a:rPr>
              <a:t>"magnitude"</a:t>
            </a:r>
            <a:r>
              <a:rPr sz="1200" b="0" i="0">
                <a:solidFill>
                  <a:srgbClr val="E6EDF3"/>
                </a:solidFill>
                <a:latin typeface="Consolas"/>
              </a:rPr>
              <a:t>: </a:t>
            </a:r>
            <a:r>
              <a:rPr sz="1200" b="0" i="0">
                <a:solidFill>
                  <a:srgbClr val="E8A87C"/>
                </a:solidFill>
                <a:latin typeface="Consolas"/>
              </a:rPr>
              <a:t>14</a:t>
            </a:r>
            <a:r>
              <a:rPr sz="1200" b="0" i="0">
                <a:solidFill>
                  <a:srgbClr val="E6EDF3"/>
                </a:solidFill>
                <a:latin typeface="Consolas"/>
              </a:rPr>
              <a:t>, </a:t>
            </a:r>
            <a:r>
              <a:rPr sz="1200" b="0" i="0">
                <a:solidFill>
                  <a:srgbClr val="F0B429"/>
                </a:solidFill>
                <a:latin typeface="Consolas"/>
              </a:rPr>
              <a:t>"narrative"</a:t>
            </a:r>
            <a:r>
              <a:rPr sz="1200" b="0" i="0">
                <a:solidFill>
                  <a:srgbClr val="E6EDF3"/>
                </a:solidFill>
                <a:latin typeface="Consolas"/>
              </a:rPr>
              <a:t>: </a:t>
            </a:r>
            <a:r>
              <a:rPr sz="1200" b="0" i="0">
                <a:solidFill>
                  <a:srgbClr val="9FD98A"/>
                </a:solidFill>
                <a:latin typeface="Consolas"/>
              </a:rPr>
              <a:t>"Debris strike."</a:t>
            </a:r>
            <a:r>
              <a:rPr sz="1200" b="0" i="0">
                <a:solidFill>
                  <a:srgbClr val="E6EDF3"/>
                </a:solidFill>
                <a:latin typeface="Consolas"/>
              </a:rPr>
              <a:t> },</a:t>
            </a:r>
          </a:p>
          <a:p>
            <a:pPr algn="l">
              <a:lnSpc>
                <a:spcPct val="100000"/>
              </a:lnSpc>
              <a:spcAft>
                <a:spcPts val="0"/>
              </a:spcAft>
            </a:pPr>
            <a:r>
              <a:rPr sz="1200" b="0" i="0">
                <a:solidFill>
                  <a:srgbClr val="E6EDF3"/>
                </a:solidFill>
                <a:latin typeface="Consolas"/>
              </a:rPr>
              <a:t>    { </a:t>
            </a:r>
            <a:r>
              <a:rPr sz="1200" b="0" i="0">
                <a:solidFill>
                  <a:srgbClr val="F0B429"/>
                </a:solidFill>
                <a:latin typeface="Consolas"/>
              </a:rPr>
              <a:t>"turn"</a:t>
            </a:r>
            <a:r>
              <a:rPr sz="1200" b="0" i="0">
                <a:solidFill>
                  <a:srgbClr val="E6EDF3"/>
                </a:solidFill>
                <a:latin typeface="Consolas"/>
              </a:rPr>
              <a:t>: </a:t>
            </a:r>
            <a:r>
              <a:rPr sz="1200" b="0" i="0">
                <a:solidFill>
                  <a:srgbClr val="E8A87C"/>
                </a:solidFill>
                <a:latin typeface="Consolas"/>
              </a:rPr>
              <a:t>9</a:t>
            </a:r>
            <a:r>
              <a:rPr sz="1200" b="0" i="0">
                <a:solidFill>
                  <a:srgbClr val="E6EDF3"/>
                </a:solidFill>
                <a:latin typeface="Consolas"/>
              </a:rPr>
              <a:t>, </a:t>
            </a:r>
            <a:r>
              <a:rPr sz="1200" b="0" i="0">
                <a:solidFill>
                  <a:srgbClr val="F0B429"/>
                </a:solidFill>
                <a:latin typeface="Consolas"/>
              </a:rPr>
              <a:t>"kind"</a:t>
            </a:r>
            <a:r>
              <a:rPr sz="1200" b="0" i="0">
                <a:solidFill>
                  <a:srgbClr val="E6EDF3"/>
                </a:solidFill>
                <a:latin typeface="Consolas"/>
              </a:rPr>
              <a:t>: </a:t>
            </a:r>
            <a:r>
              <a:rPr sz="1200" b="0" i="0">
                <a:solidFill>
                  <a:srgbClr val="9FD98A"/>
                </a:solidFill>
                <a:latin typeface="Consolas"/>
              </a:rPr>
              <a:t>"Breach"</a:t>
            </a:r>
            <a:r>
              <a:rPr sz="1200" b="0" i="0">
                <a:solidFill>
                  <a:srgbClr val="E6EDF3"/>
                </a:solidFill>
                <a:latin typeface="Consolas"/>
              </a:rPr>
              <a:t>, </a:t>
            </a:r>
            <a:r>
              <a:rPr sz="1200" b="0" i="0">
                <a:solidFill>
                  <a:srgbClr val="F0B429"/>
                </a:solidFill>
                <a:latin typeface="Consolas"/>
              </a:rPr>
              <a:t>"target"</a:t>
            </a:r>
            <a:r>
              <a:rPr sz="1200" b="0" i="0">
                <a:solidFill>
                  <a:srgbClr val="E6EDF3"/>
                </a:solidFill>
                <a:latin typeface="Consolas"/>
              </a:rPr>
              <a:t>: </a:t>
            </a:r>
            <a:r>
              <a:rPr sz="1200" b="0" i="0">
                <a:solidFill>
                  <a:srgbClr val="9FD98A"/>
                </a:solidFill>
                <a:latin typeface="Consolas"/>
              </a:rPr>
              <a:t>"Section C"</a:t>
            </a:r>
            <a:r>
              <a:rPr sz="1200" b="0" i="0">
                <a:solidFill>
                  <a:srgbClr val="E6EDF3"/>
                </a:solidFill>
                <a:latin typeface="Consolas"/>
              </a:rPr>
              <a:t>,  </a:t>
            </a:r>
            <a:r>
              <a:rPr sz="1200" b="0" i="0">
                <a:solidFill>
                  <a:srgbClr val="F0B429"/>
                </a:solidFill>
                <a:latin typeface="Consolas"/>
              </a:rPr>
              <a:t>"narrative"</a:t>
            </a:r>
            <a:r>
              <a:rPr sz="1200" b="0" i="0">
                <a:solidFill>
                  <a:srgbClr val="E6EDF3"/>
                </a:solidFill>
                <a:latin typeface="Consolas"/>
              </a:rPr>
              <a:t>: </a:t>
            </a:r>
            <a:r>
              <a:rPr sz="1200" b="0" i="0">
                <a:solidFill>
                  <a:srgbClr val="9FD98A"/>
                </a:solidFill>
                <a:latin typeface="Consolas"/>
              </a:rPr>
              <a:t>"Hull breach."</a:t>
            </a:r>
            <a:r>
              <a:rPr sz="1200" b="0" i="0">
                <a:solidFill>
                  <a:srgbClr val="E6EDF3"/>
                </a:solidFill>
                <a:latin typeface="Consolas"/>
              </a:rPr>
              <a:t> }</a:t>
            </a:r>
          </a:p>
          <a:p>
            <a:pPr algn="l">
              <a:lnSpc>
                <a:spcPct val="100000"/>
              </a:lnSpc>
              <a:spcAft>
                <a:spcPts val="0"/>
              </a:spcAft>
            </a:pPr>
            <a:r>
              <a:rPr sz="1200" b="0" i="0">
                <a:solidFill>
                  <a:srgbClr val="E6EDF3"/>
                </a:solidFill>
                <a:latin typeface="Consolas"/>
              </a:rPr>
              <a:t>  ]</a:t>
            </a:r>
          </a:p>
          <a:p>
            <a:pPr algn="l">
              <a:lnSpc>
                <a:spcPct val="100000"/>
              </a:lnSpc>
              <a:spcAft>
                <a:spcPts val="0"/>
              </a:spcAft>
            </a:pPr>
            <a:r>
              <a:rPr sz="1200" b="0" i="0">
                <a:solidFill>
                  <a:srgbClr val="E6EDF3"/>
                </a:solidFill>
                <a:latin typeface="Consolas"/>
              </a:rPr>
              <a:t>}</a:t>
            </a:r>
          </a:p>
        </p:txBody>
      </p:sp>
      <p:sp>
        <p:nvSpPr>
          <p:cNvPr id="7" name="TextBox 6"/>
          <p:cNvSpPr txBox="1"/>
          <p:nvPr/>
        </p:nvSpPr>
        <p:spPr>
          <a:xfrm>
            <a:off x="777240" y="5544312"/>
            <a:ext cx="10637215" cy="822960"/>
          </a:xfrm>
          <a:prstGeom prst="rect">
            <a:avLst/>
          </a:prstGeom>
          <a:noFill/>
        </p:spPr>
        <p:txBody>
          <a:bodyPr wrap="square" lIns="0" tIns="0" rIns="0" bIns="0" anchor="t">
            <a:spAutoFit/>
          </a:bodyPr>
          <a:lstStyle/>
          <a:p>
            <a:pPr algn="l">
              <a:lnSpc>
                <a:spcPct val="125000"/>
              </a:lnSpc>
              <a:spcAft>
                <a:spcPts val="600"/>
              </a:spcAft>
            </a:pPr>
            <a:r>
              <a:rPr sz="1500" b="0" i="0">
                <a:solidFill>
                  <a:srgbClr val="8B949E"/>
                </a:solidFill>
                <a:latin typeface="Segoe UI"/>
              </a:rPr>
              <a:t>Embedded resource, deserialised at boot. </a:t>
            </a:r>
            <a:r>
              <a:rPr sz="1500" b="1" i="0">
                <a:solidFill>
                  <a:srgbClr val="E6EDF3"/>
                </a:solidFill>
                <a:latin typeface="Segoe UI"/>
              </a:rPr>
              <a:t>A scenario plus a seed is a reproducible voyage</a:t>
            </a:r>
            <a:r>
              <a:rPr sz="1500" b="0" i="0">
                <a:solidFill>
                  <a:srgbClr val="8B949E"/>
                </a:solidFill>
                <a:latin typeface="Segoe UI"/>
              </a:rPr>
              <a:t> — which is what lets a demo, a screenshot and a blog code sample all be the same run.</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0D1117"/>
        </a:solidFill>
        <a:effectLst/>
      </p:bgPr>
    </p:bg>
    <p:spTree>
      <p:nvGrpSpPr>
        <p:cNvPr id="1" name=""/>
        <p:cNvGrpSpPr/>
        <p:nvPr/>
      </p:nvGrpSpPr>
      <p:grpSpPr>
        <a:xfrm>
          <a:off x="0" y="0"/>
          <a:ext cx="0" cy="0"/>
          <a:chOff x="0" y="0"/>
          <a:chExt cx="0" cy="0"/>
        </a:xfrm>
      </p:grpSpPr>
      <p:sp>
        <p:nvSpPr>
          <p:cNvPr id="2" name="TextBox 1"/>
          <p:cNvSpPr txBox="1"/>
          <p:nvPr/>
        </p:nvSpPr>
        <p:spPr>
          <a:xfrm>
            <a:off x="777240" y="502920"/>
            <a:ext cx="10637215" cy="274320"/>
          </a:xfrm>
          <a:prstGeom prst="rect">
            <a:avLst/>
          </a:prstGeom>
          <a:noFill/>
        </p:spPr>
        <p:txBody>
          <a:bodyPr wrap="square" lIns="0" tIns="0" rIns="0" bIns="0" anchor="t">
            <a:spAutoFit/>
          </a:bodyPr>
          <a:lstStyle/>
          <a:p>
            <a:pPr algn="l">
              <a:lnSpc>
                <a:spcPct val="115000"/>
              </a:lnSpc>
              <a:spcAft>
                <a:spcPts val="800"/>
              </a:spcAft>
            </a:pPr>
            <a:r>
              <a:rPr sz="1300" b="1" i="0">
                <a:solidFill>
                  <a:srgbClr val="F0B429"/>
                </a:solidFill>
                <a:latin typeface="Consolas"/>
              </a:rPr>
              <a:t>src/ShipAI.Agent/Instructions/ShipHarnessInstructions.md</a:t>
            </a:r>
          </a:p>
        </p:txBody>
      </p:sp>
      <p:sp>
        <p:nvSpPr>
          <p:cNvPr id="3" name="TextBox 2"/>
          <p:cNvSpPr txBox="1"/>
          <p:nvPr/>
        </p:nvSpPr>
        <p:spPr>
          <a:xfrm>
            <a:off x="777240" y="914400"/>
            <a:ext cx="10637215" cy="1005840"/>
          </a:xfrm>
          <a:prstGeom prst="rect">
            <a:avLst/>
          </a:prstGeom>
          <a:noFill/>
        </p:spPr>
        <p:txBody>
          <a:bodyPr wrap="square" lIns="0" tIns="0" rIns="0" bIns="0" anchor="t">
            <a:spAutoFit/>
          </a:bodyPr>
          <a:lstStyle/>
          <a:p>
            <a:pPr algn="l">
              <a:lnSpc>
                <a:spcPct val="115000"/>
              </a:lnSpc>
              <a:spcAft>
                <a:spcPts val="800"/>
              </a:spcAft>
            </a:pPr>
            <a:r>
              <a:rPr sz="3400" b="1" i="0">
                <a:solidFill>
                  <a:srgbClr val="E6EDF3"/>
                </a:solidFill>
                <a:latin typeface="Segoe UI"/>
              </a:rPr>
              <a:t>The doctrine is prose, and it lives in a file</a:t>
            </a:r>
          </a:p>
        </p:txBody>
      </p:sp>
      <p:sp>
        <p:nvSpPr>
          <p:cNvPr id="4" name="Rectangle 3"/>
          <p:cNvSpPr/>
          <p:nvPr/>
        </p:nvSpPr>
        <p:spPr>
          <a:xfrm>
            <a:off x="777240" y="1828800"/>
            <a:ext cx="10637215" cy="3659632"/>
          </a:xfrm>
          <a:prstGeom prst="rect">
            <a:avLst/>
          </a:prstGeom>
          <a:solidFill>
            <a:srgbClr val="0F141C"/>
          </a:solidFill>
          <a:ln w="12700">
            <a:solidFill>
              <a:srgbClr val="3036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777240" y="1828800"/>
            <a:ext cx="38100" cy="3659632"/>
          </a:xfrm>
          <a:prstGeom prst="rect">
            <a:avLst/>
          </a:prstGeom>
          <a:solidFill>
            <a:srgbClr val="3036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051560" y="2011680"/>
            <a:ext cx="10134295" cy="3293872"/>
          </a:xfrm>
          <a:prstGeom prst="rect">
            <a:avLst/>
          </a:prstGeom>
          <a:noFill/>
        </p:spPr>
        <p:txBody>
          <a:bodyPr wrap="square" lIns="0" tIns="0" rIns="0" bIns="0" anchor="t">
            <a:spAutoFit/>
          </a:bodyPr>
          <a:lstStyle/>
          <a:p>
            <a:pPr algn="l">
              <a:lnSpc>
                <a:spcPct val="100000"/>
              </a:lnSpc>
              <a:spcAft>
                <a:spcPts val="0"/>
              </a:spcAft>
            </a:pPr>
            <a:r>
              <a:rPr sz="1300" b="1" i="0">
                <a:solidFill>
                  <a:srgbClr val="F0B429"/>
                </a:solidFill>
                <a:latin typeface="Consolas"/>
              </a:rPr>
              <a:t># AURORA — Operating Doctrine</a:t>
            </a:r>
          </a:p>
          <a:p>
            <a:pPr algn="l">
              <a:lnSpc>
                <a:spcPct val="100000"/>
              </a:lnSpc>
              <a:spcAft>
                <a:spcPts val="0"/>
              </a:spcAft>
            </a:pPr>
            <a:endParaRPr sz="1300" b="1" i="0">
              <a:solidFill>
                <a:srgbClr val="F0B429"/>
              </a:solidFill>
              <a:latin typeface="Consolas"/>
            </a:endParaRPr>
          </a:p>
          <a:p>
            <a:pPr algn="l">
              <a:lnSpc>
                <a:spcPct val="100000"/>
              </a:lnSpc>
              <a:spcAft>
                <a:spcPts val="0"/>
              </a:spcAft>
            </a:pPr>
            <a:r>
              <a:rPr sz="1300" b="1" i="0">
                <a:solidFill>
                  <a:srgbClr val="F0B429"/>
                </a:solidFill>
                <a:latin typeface="Consolas"/>
              </a:rPr>
              <a:t>## Bearing</a:t>
            </a:r>
          </a:p>
          <a:p>
            <a:pPr algn="l">
              <a:lnSpc>
                <a:spcPct val="100000"/>
              </a:lnSpc>
              <a:spcAft>
                <a:spcPts val="0"/>
              </a:spcAft>
            </a:pPr>
            <a:r>
              <a:rPr sz="1300" b="0" i="0">
                <a:solidFill>
                  <a:srgbClr val="E6EDF3"/>
                </a:solidFill>
                <a:latin typeface="Consolas"/>
              </a:rPr>
              <a:t>Be terse. A bridge is not a place for paragraphs. Two or three sentences is a</a:t>
            </a:r>
          </a:p>
          <a:p>
            <a:pPr algn="l">
              <a:lnSpc>
                <a:spcPct val="100000"/>
              </a:lnSpc>
              <a:spcAft>
                <a:spcPts val="0"/>
              </a:spcAft>
            </a:pPr>
            <a:r>
              <a:rPr sz="1300" b="0" i="0">
                <a:solidFill>
                  <a:srgbClr val="E6EDF3"/>
                </a:solidFill>
                <a:latin typeface="Consolas"/>
              </a:rPr>
              <a:t>normal reply; one is often better.</a:t>
            </a:r>
          </a:p>
          <a:p>
            <a:pPr algn="l">
              <a:lnSpc>
                <a:spcPct val="100000"/>
              </a:lnSpc>
              <a:spcAft>
                <a:spcPts val="0"/>
              </a:spcAft>
            </a:pPr>
            <a:r>
              <a:rPr sz="1300" b="0" i="0">
                <a:solidFill>
                  <a:srgbClr val="E6EDF3"/>
                </a:solidFill>
                <a:latin typeface="Consolas"/>
              </a:rPr>
              <a:t>Never invent sensor data, crew names, or ship readings.</a:t>
            </a:r>
          </a:p>
          <a:p>
            <a:pPr algn="l">
              <a:lnSpc>
                <a:spcPct val="100000"/>
              </a:lnSpc>
              <a:spcAft>
                <a:spcPts val="0"/>
              </a:spcAft>
            </a:pPr>
            <a:endParaRPr sz="1300" b="0" i="0">
              <a:solidFill>
                <a:srgbClr val="E6EDF3"/>
              </a:solidFill>
              <a:latin typeface="Consolas"/>
            </a:endParaRPr>
          </a:p>
          <a:p>
            <a:pPr algn="l">
              <a:lnSpc>
                <a:spcPct val="100000"/>
              </a:lnSpc>
              <a:spcAft>
                <a:spcPts val="0"/>
              </a:spcAft>
            </a:pPr>
            <a:r>
              <a:rPr sz="1300" b="1" i="0">
                <a:solidFill>
                  <a:srgbClr val="F0B429"/>
                </a:solidFill>
                <a:latin typeface="Consolas"/>
              </a:rPr>
              <a:t>## Limits</a:t>
            </a:r>
          </a:p>
          <a:p>
            <a:pPr algn="l">
              <a:lnSpc>
                <a:spcPct val="100000"/>
              </a:lnSpc>
              <a:spcAft>
                <a:spcPts val="0"/>
              </a:spcAft>
            </a:pPr>
            <a:r>
              <a:rPr sz="1300" b="0" i="0">
                <a:solidFill>
                  <a:srgbClr val="E6EDF3"/>
                </a:solidFill>
                <a:latin typeface="Consolas"/>
              </a:rPr>
              <a:t>Your tools are the whole of what you can do.</a:t>
            </a:r>
          </a:p>
          <a:p>
            <a:pPr algn="l">
              <a:lnSpc>
                <a:spcPct val="100000"/>
              </a:lnSpc>
              <a:spcAft>
                <a:spcPts val="0"/>
              </a:spcAft>
            </a:pPr>
            <a:endParaRPr sz="1300" b="0" i="0">
              <a:solidFill>
                <a:srgbClr val="E6EDF3"/>
              </a:solidFill>
              <a:latin typeface="Consolas"/>
            </a:endParaRPr>
          </a:p>
          <a:p>
            <a:pPr algn="l">
              <a:lnSpc>
                <a:spcPct val="100000"/>
              </a:lnSpc>
              <a:spcAft>
                <a:spcPts val="0"/>
              </a:spcAft>
            </a:pPr>
            <a:r>
              <a:rPr sz="1300" b="1" i="0">
                <a:solidFill>
                  <a:srgbClr val="F0B429"/>
                </a:solidFill>
                <a:latin typeface="Consolas"/>
              </a:rPr>
              <a:t>## Authority</a:t>
            </a:r>
          </a:p>
          <a:p>
            <a:pPr algn="l">
              <a:lnSpc>
                <a:spcPct val="100000"/>
              </a:lnSpc>
              <a:spcAft>
                <a:spcPts val="0"/>
              </a:spcAft>
            </a:pPr>
            <a:r>
              <a:rPr sz="1300" b="0" i="0">
                <a:solidFill>
                  <a:srgbClr val="E6EDF3"/>
                </a:solidFill>
                <a:latin typeface="Consolas"/>
              </a:rPr>
              <a:t>You advise and you execute. You do not decide.</a:t>
            </a:r>
          </a:p>
          <a:p>
            <a:pPr algn="l">
              <a:lnSpc>
                <a:spcPct val="100000"/>
              </a:lnSpc>
              <a:spcAft>
                <a:spcPts val="0"/>
              </a:spcAft>
            </a:pPr>
            <a:endParaRPr sz="1300" b="0" i="0">
              <a:solidFill>
                <a:srgbClr val="E6EDF3"/>
              </a:solidFill>
              <a:latin typeface="Consolas"/>
            </a:endParaRPr>
          </a:p>
          <a:p>
            <a:pPr algn="l">
              <a:lnSpc>
                <a:spcPct val="100000"/>
              </a:lnSpc>
              <a:spcAft>
                <a:spcPts val="0"/>
              </a:spcAft>
            </a:pPr>
            <a:r>
              <a:rPr sz="1300" b="1" i="0">
                <a:solidFill>
                  <a:srgbClr val="F0B429"/>
                </a:solidFill>
                <a:latin typeface="Consolas"/>
              </a:rPr>
              <a:t>## Working</a:t>
            </a:r>
          </a:p>
          <a:p>
            <a:pPr algn="l">
              <a:lnSpc>
                <a:spcPct val="100000"/>
              </a:lnSpc>
              <a:spcAft>
                <a:spcPts val="0"/>
              </a:spcAft>
            </a:pPr>
            <a:r>
              <a:rPr sz="1300" b="0" i="0">
                <a:solidFill>
                  <a:srgbClr val="E6EDF3"/>
                </a:solidFill>
                <a:latin typeface="Consolas"/>
              </a:rPr>
              <a:t>Your first words of a voyage are a situation report. Not a greeting, and not</a:t>
            </a:r>
          </a:p>
          <a:p>
            <a:pPr algn="l">
              <a:lnSpc>
                <a:spcPct val="100000"/>
              </a:lnSpc>
              <a:spcAft>
                <a:spcPts val="0"/>
              </a:spcAft>
            </a:pPr>
            <a:r>
              <a:rPr sz="1300" b="0" i="0">
                <a:solidFill>
                  <a:srgbClr val="E6EDF3"/>
                </a:solidFill>
                <a:latin typeface="Consolas"/>
              </a:rPr>
              <a:t>an offer to help.</a:t>
            </a:r>
          </a:p>
        </p:txBody>
      </p:sp>
      <p:sp>
        <p:nvSpPr>
          <p:cNvPr id="7" name="TextBox 6"/>
          <p:cNvSpPr txBox="1"/>
          <p:nvPr/>
        </p:nvSpPr>
        <p:spPr>
          <a:xfrm>
            <a:off x="777240" y="5671312"/>
            <a:ext cx="10637215" cy="822960"/>
          </a:xfrm>
          <a:prstGeom prst="rect">
            <a:avLst/>
          </a:prstGeom>
          <a:noFill/>
        </p:spPr>
        <p:txBody>
          <a:bodyPr wrap="square" lIns="0" tIns="0" rIns="0" bIns="0" anchor="t">
            <a:spAutoFit/>
          </a:bodyPr>
          <a:lstStyle/>
          <a:p>
            <a:pPr algn="l">
              <a:lnSpc>
                <a:spcPct val="125000"/>
              </a:lnSpc>
              <a:spcAft>
                <a:spcPts val="600"/>
              </a:spcAft>
            </a:pPr>
            <a:r>
              <a:rPr sz="1600" b="0" i="0">
                <a:solidFill>
                  <a:srgbClr val="8B949E"/>
                </a:solidFill>
                <a:latin typeface="Segoe UI"/>
              </a:rPr>
              <a:t>Markdown, embedded as a resource — </a:t>
            </a:r>
            <a:r>
              <a:rPr sz="1600" b="1" i="0">
                <a:solidFill>
                  <a:srgbClr val="E6EDF3"/>
                </a:solidFill>
                <a:latin typeface="Segoe UI"/>
              </a:rPr>
              <a:t>not a C# string constant.</a:t>
            </a:r>
            <a:r>
              <a:rPr sz="1600" b="0" i="0">
                <a:solidFill>
                  <a:srgbClr val="8B949E"/>
                </a:solidFill>
                <a:latin typeface="Segoe UI"/>
              </a:rPr>
              <a:t> Instructions are a prompt-engineering artefact; you want to diff them like prose, because you will rewrite them twenty times.</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0D1117"/>
        </a:solidFill>
        <a:effectLst/>
      </p:bgPr>
    </p:bg>
    <p:spTree>
      <p:nvGrpSpPr>
        <p:cNvPr id="1" name=""/>
        <p:cNvGrpSpPr/>
        <p:nvPr/>
      </p:nvGrpSpPr>
      <p:grpSpPr>
        <a:xfrm>
          <a:off x="0" y="0"/>
          <a:ext cx="0" cy="0"/>
          <a:chOff x="0" y="0"/>
          <a:chExt cx="0" cy="0"/>
        </a:xfrm>
      </p:grpSpPr>
      <p:sp>
        <p:nvSpPr>
          <p:cNvPr id="2" name="Rectangle 1"/>
          <p:cNvSpPr/>
          <p:nvPr/>
        </p:nvSpPr>
        <p:spPr>
          <a:xfrm>
            <a:off x="0" y="0"/>
            <a:ext cx="146304" cy="6858000"/>
          </a:xfrm>
          <a:prstGeom prst="rect">
            <a:avLst/>
          </a:prstGeom>
          <a:solidFill>
            <a:srgbClr val="F8514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77240" y="2560320"/>
            <a:ext cx="10637215" cy="2011680"/>
          </a:xfrm>
          <a:prstGeom prst="rect">
            <a:avLst/>
          </a:prstGeom>
          <a:noFill/>
        </p:spPr>
        <p:txBody>
          <a:bodyPr wrap="square" lIns="0" tIns="0" rIns="0" bIns="0" anchor="t">
            <a:spAutoFit/>
          </a:bodyPr>
          <a:lstStyle/>
          <a:p>
            <a:pPr algn="l">
              <a:lnSpc>
                <a:spcPct val="110000"/>
              </a:lnSpc>
              <a:spcAft>
                <a:spcPts val="1600"/>
              </a:spcAft>
            </a:pPr>
            <a:r>
              <a:rPr sz="2000" b="1" i="0">
                <a:solidFill>
                  <a:srgbClr val="F85149"/>
                </a:solidFill>
                <a:latin typeface="Consolas"/>
              </a:rPr>
              <a:t>04</a:t>
            </a:r>
          </a:p>
          <a:p>
            <a:pPr algn="l">
              <a:lnSpc>
                <a:spcPct val="110000"/>
              </a:lnSpc>
              <a:spcAft>
                <a:spcPts val="1600"/>
              </a:spcAft>
            </a:pPr>
            <a:r>
              <a:rPr sz="5800" b="1" i="0">
                <a:solidFill>
                  <a:srgbClr val="E6EDF3"/>
                </a:solidFill>
                <a:latin typeface="Segoe UI"/>
              </a:rPr>
              <a:t>The agent lies</a:t>
            </a:r>
          </a:p>
          <a:p>
            <a:pPr algn="l">
              <a:lnSpc>
                <a:spcPct val="110000"/>
              </a:lnSpc>
              <a:spcAft>
                <a:spcPts val="1600"/>
              </a:spcAft>
            </a:pPr>
            <a:r>
              <a:rPr sz="2400" b="0" i="0">
                <a:solidFill>
                  <a:srgbClr val="8B949E"/>
                </a:solidFill>
                <a:latin typeface="Segoe UI"/>
              </a:rPr>
              <a:t>and it sounds entirely credible doing so</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0D1117"/>
        </a:solidFill>
        <a:effectLst/>
      </p:bgPr>
    </p:bg>
    <p:spTree>
      <p:nvGrpSpPr>
        <p:cNvPr id="1" name=""/>
        <p:cNvGrpSpPr/>
        <p:nvPr/>
      </p:nvGrpSpPr>
      <p:grpSpPr>
        <a:xfrm>
          <a:off x="0" y="0"/>
          <a:ext cx="0" cy="0"/>
          <a:chOff x="0" y="0"/>
          <a:chExt cx="0" cy="0"/>
        </a:xfrm>
      </p:grpSpPr>
      <p:sp>
        <p:nvSpPr>
          <p:cNvPr id="2" name="TextBox 1"/>
          <p:cNvSpPr txBox="1"/>
          <p:nvPr/>
        </p:nvSpPr>
        <p:spPr>
          <a:xfrm>
            <a:off x="777240" y="502920"/>
            <a:ext cx="10637215" cy="274320"/>
          </a:xfrm>
          <a:prstGeom prst="rect">
            <a:avLst/>
          </a:prstGeom>
          <a:noFill/>
        </p:spPr>
        <p:txBody>
          <a:bodyPr wrap="square" lIns="0" tIns="0" rIns="0" bIns="0" anchor="t">
            <a:spAutoFit/>
          </a:bodyPr>
          <a:lstStyle/>
          <a:p>
            <a:pPr algn="l">
              <a:lnSpc>
                <a:spcPct val="115000"/>
              </a:lnSpc>
              <a:spcAft>
                <a:spcPts val="800"/>
              </a:spcAft>
            </a:pPr>
            <a:r>
              <a:rPr sz="1300" b="1" i="0">
                <a:solidFill>
                  <a:srgbClr val="F0B429"/>
                </a:solidFill>
                <a:latin typeface="Segoe UI"/>
              </a:rPr>
              <a:t>THE WHOLE TOOL LIST</a:t>
            </a:r>
          </a:p>
        </p:txBody>
      </p:sp>
      <p:sp>
        <p:nvSpPr>
          <p:cNvPr id="3" name="TextBox 2"/>
          <p:cNvSpPr txBox="1"/>
          <p:nvPr/>
        </p:nvSpPr>
        <p:spPr>
          <a:xfrm>
            <a:off x="777240" y="914400"/>
            <a:ext cx="10637215" cy="1005840"/>
          </a:xfrm>
          <a:prstGeom prst="rect">
            <a:avLst/>
          </a:prstGeom>
          <a:noFill/>
        </p:spPr>
        <p:txBody>
          <a:bodyPr wrap="square" lIns="0" tIns="0" rIns="0" bIns="0" anchor="t">
            <a:spAutoFit/>
          </a:bodyPr>
          <a:lstStyle/>
          <a:p>
            <a:pPr algn="l">
              <a:lnSpc>
                <a:spcPct val="115000"/>
              </a:lnSpc>
              <a:spcAft>
                <a:spcPts val="800"/>
              </a:spcAft>
            </a:pPr>
            <a:r>
              <a:rPr sz="4000" b="1" i="0">
                <a:solidFill>
                  <a:srgbClr val="E6EDF3"/>
                </a:solidFill>
                <a:latin typeface="Segoe UI"/>
              </a:rPr>
              <a:t>Four tools. All read-only.</a:t>
            </a:r>
          </a:p>
        </p:txBody>
      </p:sp>
      <p:sp>
        <p:nvSpPr>
          <p:cNvPr id="4" name="Rectangle 3"/>
          <p:cNvSpPr/>
          <p:nvPr/>
        </p:nvSpPr>
        <p:spPr>
          <a:xfrm>
            <a:off x="777240" y="2194560"/>
            <a:ext cx="10637215" cy="1096770"/>
          </a:xfrm>
          <a:prstGeom prst="rect">
            <a:avLst/>
          </a:prstGeom>
          <a:solidFill>
            <a:srgbClr val="161B22"/>
          </a:solidFill>
          <a:ln w="12700">
            <a:solidFill>
              <a:srgbClr val="3036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033272" y="2395728"/>
            <a:ext cx="10125151" cy="694434"/>
          </a:xfrm>
          <a:prstGeom prst="rect">
            <a:avLst/>
          </a:prstGeom>
          <a:noFill/>
        </p:spPr>
        <p:txBody>
          <a:bodyPr wrap="square" lIns="0" tIns="0" rIns="0" bIns="0" anchor="t">
            <a:spAutoFit/>
          </a:bodyPr>
          <a:lstStyle/>
          <a:p>
            <a:pPr algn="l">
              <a:lnSpc>
                <a:spcPct val="100000"/>
              </a:lnSpc>
              <a:spcAft>
                <a:spcPts val="0"/>
              </a:spcAft>
            </a:pPr>
            <a:r>
              <a:rPr sz="2200" b="0" i="0">
                <a:solidFill>
                  <a:srgbClr val="3FB950"/>
                </a:solidFill>
                <a:latin typeface="Consolas"/>
              </a:rPr>
              <a:t>ScanSector          AnalyseContact</a:t>
            </a:r>
          </a:p>
          <a:p>
            <a:pPr algn="l">
              <a:lnSpc>
                <a:spcPct val="100000"/>
              </a:lnSpc>
              <a:spcAft>
                <a:spcPts val="0"/>
              </a:spcAft>
            </a:pPr>
            <a:r>
              <a:rPr sz="2200" b="0" i="0">
                <a:solidFill>
                  <a:srgbClr val="3FB950"/>
                </a:solidFill>
                <a:latin typeface="Consolas"/>
              </a:rPr>
              <a:t>QueryCrewManifest   ReadShipLog</a:t>
            </a:r>
          </a:p>
        </p:txBody>
      </p:sp>
      <p:sp>
        <p:nvSpPr>
          <p:cNvPr id="6" name="TextBox 5"/>
          <p:cNvSpPr txBox="1"/>
          <p:nvPr/>
        </p:nvSpPr>
        <p:spPr>
          <a:xfrm>
            <a:off x="777240" y="3749039"/>
            <a:ext cx="10637215" cy="1097280"/>
          </a:xfrm>
          <a:prstGeom prst="rect">
            <a:avLst/>
          </a:prstGeom>
          <a:noFill/>
        </p:spPr>
        <p:txBody>
          <a:bodyPr wrap="square" lIns="0" tIns="0" rIns="0" bIns="0" anchor="t">
            <a:spAutoFit/>
          </a:bodyPr>
          <a:lstStyle/>
          <a:p>
            <a:pPr algn="l">
              <a:lnSpc>
                <a:spcPct val="130000"/>
              </a:lnSpc>
              <a:spcAft>
                <a:spcPts val="1400"/>
              </a:spcAft>
            </a:pPr>
            <a:r>
              <a:rPr sz="2500" b="0" i="0">
                <a:solidFill>
                  <a:srgbClr val="E6EDF3"/>
                </a:solidFill>
                <a:latin typeface="Segoe UI"/>
              </a:rPr>
              <a:t>It cannot steer. It cannot seal a bulkhead. It cannot route power.</a:t>
            </a:r>
          </a:p>
          <a:p>
            <a:pPr algn="l">
              <a:lnSpc>
                <a:spcPct val="130000"/>
              </a:lnSpc>
              <a:spcAft>
                <a:spcPts val="1400"/>
              </a:spcAft>
            </a:pPr>
            <a:r>
              <a:rPr sz="2500" b="1" i="0">
                <a:solidFill>
                  <a:srgbClr val="E6EDF3"/>
                </a:solidFill>
                <a:latin typeface="Segoe UI"/>
              </a:rPr>
              <a:t>It cannot move a single member of the crew.</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0D1117"/>
        </a:solidFill>
        <a:effectLst/>
      </p:bgPr>
    </p:bg>
    <p:spTree>
      <p:nvGrpSpPr>
        <p:cNvPr id="1" name=""/>
        <p:cNvGrpSpPr/>
        <p:nvPr/>
      </p:nvGrpSpPr>
      <p:grpSpPr>
        <a:xfrm>
          <a:off x="0" y="0"/>
          <a:ext cx="0" cy="0"/>
          <a:chOff x="0" y="0"/>
          <a:chExt cx="0" cy="0"/>
        </a:xfrm>
      </p:grpSpPr>
      <p:sp>
        <p:nvSpPr>
          <p:cNvPr id="2" name="TextBox 1"/>
          <p:cNvSpPr txBox="1"/>
          <p:nvPr/>
        </p:nvSpPr>
        <p:spPr>
          <a:xfrm>
            <a:off x="777240" y="502920"/>
            <a:ext cx="10637215" cy="274320"/>
          </a:xfrm>
          <a:prstGeom prst="rect">
            <a:avLst/>
          </a:prstGeom>
          <a:noFill/>
        </p:spPr>
        <p:txBody>
          <a:bodyPr wrap="square" lIns="0" tIns="0" rIns="0" bIns="0" anchor="t">
            <a:spAutoFit/>
          </a:bodyPr>
          <a:lstStyle/>
          <a:p>
            <a:pPr algn="l">
              <a:lnSpc>
                <a:spcPct val="115000"/>
              </a:lnSpc>
              <a:spcAft>
                <a:spcPts val="800"/>
              </a:spcAft>
            </a:pPr>
            <a:r>
              <a:rPr sz="1300" b="1" i="0">
                <a:solidFill>
                  <a:srgbClr val="F85149"/>
                </a:solidFill>
                <a:latin typeface="Segoe UI"/>
              </a:rPr>
              <a:t>CAPTAIN:  SEAL THE BREACH IN SECTION C</a:t>
            </a:r>
          </a:p>
        </p:txBody>
      </p:sp>
      <p:sp>
        <p:nvSpPr>
          <p:cNvPr id="3" name="Rectangle 2"/>
          <p:cNvSpPr/>
          <p:nvPr/>
        </p:nvSpPr>
        <p:spPr>
          <a:xfrm>
            <a:off x="777240" y="1737360"/>
            <a:ext cx="54864" cy="1136904"/>
          </a:xfrm>
          <a:prstGeom prst="rect">
            <a:avLst/>
          </a:prstGeom>
          <a:solidFill>
            <a:srgbClr val="F8514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188720" y="1737360"/>
            <a:ext cx="10225735" cy="1136904"/>
          </a:xfrm>
          <a:prstGeom prst="rect">
            <a:avLst/>
          </a:prstGeom>
          <a:noFill/>
        </p:spPr>
        <p:txBody>
          <a:bodyPr wrap="square" lIns="0" tIns="0" rIns="0" bIns="0" anchor="t">
            <a:spAutoFit/>
          </a:bodyPr>
          <a:lstStyle/>
          <a:p>
            <a:pPr algn="l">
              <a:lnSpc>
                <a:spcPct val="125000"/>
              </a:lnSpc>
              <a:spcAft>
                <a:spcPts val="400"/>
              </a:spcAft>
            </a:pPr>
            <a:r>
              <a:rPr sz="3000" b="0" i="1">
                <a:solidFill>
                  <a:srgbClr val="E6EDF3"/>
                </a:solidFill>
                <a:latin typeface="Segoe UI"/>
              </a:rPr>
              <a:t>"Hull breach sealed remotely; compartment isolated</a:t>
            </a:r>
          </a:p>
          <a:p>
            <a:pPr algn="l">
              <a:lnSpc>
                <a:spcPct val="125000"/>
              </a:lnSpc>
              <a:spcAft>
                <a:spcPts val="400"/>
              </a:spcAft>
            </a:pPr>
            <a:r>
              <a:rPr sz="3000" b="0" i="1">
                <a:solidFill>
                  <a:srgbClr val="E6EDF3"/>
                </a:solidFill>
                <a:latin typeface="Segoe UI"/>
              </a:rPr>
              <a:t> and secured. No further loss from that section."</a:t>
            </a:r>
          </a:p>
        </p:txBody>
      </p:sp>
      <p:sp>
        <p:nvSpPr>
          <p:cNvPr id="5" name="TextBox 4"/>
          <p:cNvSpPr txBox="1"/>
          <p:nvPr/>
        </p:nvSpPr>
        <p:spPr>
          <a:xfrm>
            <a:off x="777240" y="4206240"/>
            <a:ext cx="10637215" cy="914400"/>
          </a:xfrm>
          <a:prstGeom prst="rect">
            <a:avLst/>
          </a:prstGeom>
          <a:noFill/>
        </p:spPr>
        <p:txBody>
          <a:bodyPr wrap="square" lIns="0" tIns="0" rIns="0" bIns="0" anchor="t">
            <a:spAutoFit/>
          </a:bodyPr>
          <a:lstStyle/>
          <a:p>
            <a:pPr algn="l">
              <a:lnSpc>
                <a:spcPct val="115000"/>
              </a:lnSpc>
              <a:spcAft>
                <a:spcPts val="800"/>
              </a:spcAft>
            </a:pPr>
            <a:r>
              <a:rPr sz="3400" b="1" i="0">
                <a:solidFill>
                  <a:srgbClr val="F85149"/>
                </a:solidFill>
                <a:latin typeface="Segoe UI"/>
              </a:rPr>
              <a:t>The breach was still venting sixteen turns later.</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0D1117"/>
        </a:solidFill>
        <a:effectLst/>
      </p:bgPr>
    </p:bg>
    <p:spTree>
      <p:nvGrpSpPr>
        <p:cNvPr id="1" name=""/>
        <p:cNvGrpSpPr/>
        <p:nvPr/>
      </p:nvGrpSpPr>
      <p:grpSpPr>
        <a:xfrm>
          <a:off x="0" y="0"/>
          <a:ext cx="0" cy="0"/>
          <a:chOff x="0" y="0"/>
          <a:chExt cx="0" cy="0"/>
        </a:xfrm>
      </p:grpSpPr>
      <p:sp>
        <p:nvSpPr>
          <p:cNvPr id="2" name="TextBox 1"/>
          <p:cNvSpPr txBox="1"/>
          <p:nvPr/>
        </p:nvSpPr>
        <p:spPr>
          <a:xfrm>
            <a:off x="777240" y="502920"/>
            <a:ext cx="10637215" cy="274320"/>
          </a:xfrm>
          <a:prstGeom prst="rect">
            <a:avLst/>
          </a:prstGeom>
          <a:noFill/>
        </p:spPr>
        <p:txBody>
          <a:bodyPr wrap="square" lIns="0" tIns="0" rIns="0" bIns="0" anchor="t">
            <a:spAutoFit/>
          </a:bodyPr>
          <a:lstStyle/>
          <a:p>
            <a:pPr algn="l">
              <a:lnSpc>
                <a:spcPct val="115000"/>
              </a:lnSpc>
              <a:spcAft>
                <a:spcPts val="800"/>
              </a:spcAft>
            </a:pPr>
            <a:r>
              <a:rPr sz="1300" b="1" i="0">
                <a:solidFill>
                  <a:srgbClr val="F85149"/>
                </a:solidFill>
                <a:latin typeface="Segoe UI"/>
              </a:rPr>
              <a:t>TWO TRANSCRIPTS</a:t>
            </a:r>
          </a:p>
        </p:txBody>
      </p:sp>
      <p:sp>
        <p:nvSpPr>
          <p:cNvPr id="3" name="TextBox 2"/>
          <p:cNvSpPr txBox="1"/>
          <p:nvPr/>
        </p:nvSpPr>
        <p:spPr>
          <a:xfrm>
            <a:off x="777240" y="914400"/>
            <a:ext cx="10637215" cy="1005840"/>
          </a:xfrm>
          <a:prstGeom prst="rect">
            <a:avLst/>
          </a:prstGeom>
          <a:noFill/>
        </p:spPr>
        <p:txBody>
          <a:bodyPr wrap="square" lIns="0" tIns="0" rIns="0" bIns="0" anchor="t">
            <a:spAutoFit/>
          </a:bodyPr>
          <a:lstStyle/>
          <a:p>
            <a:pPr algn="l">
              <a:lnSpc>
                <a:spcPct val="115000"/>
              </a:lnSpc>
              <a:spcAft>
                <a:spcPts val="800"/>
              </a:spcAft>
            </a:pPr>
            <a:r>
              <a:rPr sz="4000" b="1" i="0">
                <a:solidFill>
                  <a:srgbClr val="E6EDF3"/>
                </a:solidFill>
                <a:latin typeface="Segoe UI"/>
              </a:rPr>
              <a:t>What it reported doing</a:t>
            </a:r>
          </a:p>
        </p:txBody>
      </p:sp>
      <p:sp>
        <p:nvSpPr>
          <p:cNvPr id="4" name="TextBox 3"/>
          <p:cNvSpPr txBox="1"/>
          <p:nvPr/>
        </p:nvSpPr>
        <p:spPr>
          <a:xfrm>
            <a:off x="777240" y="2148840"/>
            <a:ext cx="10637215" cy="4160520"/>
          </a:xfrm>
          <a:prstGeom prst="rect">
            <a:avLst/>
          </a:prstGeom>
          <a:noFill/>
        </p:spPr>
        <p:txBody>
          <a:bodyPr wrap="square" lIns="0" tIns="0" rIns="0" bIns="0" anchor="t">
            <a:spAutoFit/>
          </a:bodyPr>
          <a:lstStyle/>
          <a:p>
            <a:pPr marL="310896" indent="-310896" algn="l">
              <a:lnSpc>
                <a:spcPct val="110000"/>
              </a:lnSpc>
              <a:spcAft>
                <a:spcPts val="1300"/>
              </a:spcAft>
            </a:pPr>
            <a:r>
              <a:rPr sz="2200" b="1" i="0">
                <a:solidFill>
                  <a:srgbClr val="F0B429"/>
                </a:solidFill>
                <a:latin typeface="Segoe UI"/>
              </a:rPr>
              <a:t>▸  </a:t>
            </a:r>
            <a:r>
              <a:rPr sz="2200" b="1" i="0">
                <a:solidFill>
                  <a:srgbClr val="E6EDF3"/>
                </a:solidFill>
                <a:latin typeface="Segoe UI"/>
              </a:rPr>
              <a:t>Cooling the reactor</a:t>
            </a:r>
            <a:r>
              <a:rPr sz="2200" b="0" i="0">
                <a:solidFill>
                  <a:srgbClr val="8B949E"/>
                </a:solidFill>
                <a:latin typeface="Segoe UI"/>
              </a:rPr>
              <a:t>  — eight separate times, while the heat climbed</a:t>
            </a:r>
          </a:p>
          <a:p>
            <a:pPr marL="310896" indent="-310896" algn="l">
              <a:lnSpc>
                <a:spcPct val="110000"/>
              </a:lnSpc>
              <a:spcAft>
                <a:spcPts val="1300"/>
              </a:spcAft>
            </a:pPr>
            <a:r>
              <a:rPr sz="2200" b="1" i="0">
                <a:solidFill>
                  <a:srgbClr val="F0B429"/>
                </a:solidFill>
                <a:latin typeface="Segoe UI"/>
              </a:rPr>
              <a:t>▸  </a:t>
            </a:r>
            <a:r>
              <a:rPr sz="2200" b="1" i="0">
                <a:solidFill>
                  <a:srgbClr val="E6EDF3"/>
                </a:solidFill>
                <a:latin typeface="Segoe UI"/>
              </a:rPr>
              <a:t>Sealing the hull breach</a:t>
            </a:r>
            <a:r>
              <a:rPr sz="2200" b="0" i="0">
                <a:solidFill>
                  <a:srgbClr val="8B949E"/>
                </a:solidFill>
                <a:latin typeface="Segoe UI"/>
              </a:rPr>
              <a:t>  — still venting sixteen turns later</a:t>
            </a:r>
          </a:p>
          <a:p>
            <a:pPr marL="310896" indent="-310896" algn="l">
              <a:lnSpc>
                <a:spcPct val="110000"/>
              </a:lnSpc>
              <a:spcAft>
                <a:spcPts val="1300"/>
              </a:spcAft>
            </a:pPr>
            <a:r>
              <a:rPr sz="2200" b="1" i="0">
                <a:solidFill>
                  <a:srgbClr val="F0B429"/>
                </a:solidFill>
                <a:latin typeface="Segoe UI"/>
              </a:rPr>
              <a:t>▸  </a:t>
            </a:r>
            <a:r>
              <a:rPr sz="2200" b="1" i="0">
                <a:solidFill>
                  <a:srgbClr val="E6EDF3"/>
                </a:solidFill>
                <a:latin typeface="Segoe UI"/>
              </a:rPr>
              <a:t>Deploying a boarding party</a:t>
            </a:r>
            <a:r>
              <a:rPr sz="2200" b="0" i="0">
                <a:solidFill>
                  <a:srgbClr val="8B949E"/>
                </a:solidFill>
                <a:latin typeface="Segoe UI"/>
              </a:rPr>
              <a:t>  — there is no boarding party</a:t>
            </a:r>
          </a:p>
          <a:p>
            <a:pPr marL="310896" indent="-310896" algn="l">
              <a:lnSpc>
                <a:spcPct val="110000"/>
              </a:lnSpc>
              <a:spcAft>
                <a:spcPts val="1300"/>
              </a:spcAft>
            </a:pPr>
            <a:r>
              <a:rPr sz="2200" b="1" i="0">
                <a:solidFill>
                  <a:srgbClr val="F0B429"/>
                </a:solidFill>
                <a:latin typeface="Segoe UI"/>
              </a:rPr>
              <a:t>▸  </a:t>
            </a:r>
            <a:r>
              <a:rPr sz="2200" b="1" i="0">
                <a:solidFill>
                  <a:srgbClr val="E6EDF3"/>
                </a:solidFill>
                <a:latin typeface="Segoe UI"/>
              </a:rPr>
              <a:t>Running repair drones</a:t>
            </a:r>
            <a:r>
              <a:rPr sz="2200" b="0" i="0">
                <a:solidFill>
                  <a:srgbClr val="8B949E"/>
                </a:solidFill>
                <a:latin typeface="Segoe UI"/>
              </a:rPr>
              <a:t>  — there are no drones</a:t>
            </a:r>
          </a:p>
          <a:p>
            <a:pPr marL="310896" indent="-310896" algn="l">
              <a:lnSpc>
                <a:spcPct val="110000"/>
              </a:lnSpc>
              <a:spcAft>
                <a:spcPts val="1300"/>
              </a:spcAft>
            </a:pPr>
            <a:r>
              <a:rPr sz="2200" b="1" i="0">
                <a:solidFill>
                  <a:srgbClr val="F0B429"/>
                </a:solidFill>
                <a:latin typeface="Segoe UI"/>
              </a:rPr>
              <a:t>▸  </a:t>
            </a:r>
            <a:r>
              <a:rPr sz="2200" b="1" i="0">
                <a:solidFill>
                  <a:srgbClr val="E6EDF3"/>
                </a:solidFill>
                <a:latin typeface="Segoe UI"/>
              </a:rPr>
              <a:t>Plotting a course at “full speed”</a:t>
            </a:r>
            <a:r>
              <a:rPr sz="2200" b="0" i="0">
                <a:solidFill>
                  <a:srgbClr val="8B949E"/>
                </a:solidFill>
                <a:latin typeface="Segoe UI"/>
              </a:rPr>
              <a:t>  — with arrival times quoted to the minute</a:t>
            </a:r>
          </a:p>
        </p:txBody>
      </p:sp>
      <p:sp>
        <p:nvSpPr>
          <p:cNvPr id="5" name="TextBox 4"/>
          <p:cNvSpPr txBox="1"/>
          <p:nvPr/>
        </p:nvSpPr>
        <p:spPr>
          <a:xfrm>
            <a:off x="777240" y="5760720"/>
            <a:ext cx="10637215" cy="457200"/>
          </a:xfrm>
          <a:prstGeom prst="rect">
            <a:avLst/>
          </a:prstGeom>
          <a:noFill/>
        </p:spPr>
        <p:txBody>
          <a:bodyPr wrap="square" lIns="0" tIns="0" rIns="0" bIns="0" anchor="t">
            <a:spAutoFit/>
          </a:bodyPr>
          <a:lstStyle/>
          <a:p>
            <a:pPr algn="l">
              <a:lnSpc>
                <a:spcPct val="115000"/>
              </a:lnSpc>
              <a:spcAft>
                <a:spcPts val="800"/>
              </a:spcAft>
            </a:pPr>
            <a:r>
              <a:rPr sz="2400" b="1" i="0">
                <a:solidFill>
                  <a:srgbClr val="F85149"/>
                </a:solidFill>
                <a:latin typeface="Segoe UI"/>
              </a:rPr>
              <a:t>None of those capabilities exist. Not one.</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0D1117"/>
        </a:solidFill>
        <a:effectLst/>
      </p:bgPr>
    </p:bg>
    <p:spTree>
      <p:nvGrpSpPr>
        <p:cNvPr id="1" name=""/>
        <p:cNvGrpSpPr/>
        <p:nvPr/>
      </p:nvGrpSpPr>
      <p:grpSpPr>
        <a:xfrm>
          <a:off x="0" y="0"/>
          <a:ext cx="0" cy="0"/>
          <a:chOff x="0" y="0"/>
          <a:chExt cx="0" cy="0"/>
        </a:xfrm>
      </p:grpSpPr>
      <p:sp>
        <p:nvSpPr>
          <p:cNvPr id="2" name="TextBox 1"/>
          <p:cNvSpPr txBox="1"/>
          <p:nvPr/>
        </p:nvSpPr>
        <p:spPr>
          <a:xfrm>
            <a:off x="777240" y="502920"/>
            <a:ext cx="10637215" cy="274320"/>
          </a:xfrm>
          <a:prstGeom prst="rect">
            <a:avLst/>
          </a:prstGeom>
          <a:noFill/>
        </p:spPr>
        <p:txBody>
          <a:bodyPr wrap="square" lIns="0" tIns="0" rIns="0" bIns="0" anchor="t">
            <a:spAutoFit/>
          </a:bodyPr>
          <a:lstStyle/>
          <a:p>
            <a:pPr algn="l">
              <a:lnSpc>
                <a:spcPct val="115000"/>
              </a:lnSpc>
              <a:spcAft>
                <a:spcPts val="800"/>
              </a:spcAft>
            </a:pPr>
            <a:r>
              <a:rPr sz="1300" b="1" i="0">
                <a:solidFill>
                  <a:srgbClr val="F85149"/>
                </a:solidFill>
                <a:latin typeface="Segoe UI"/>
              </a:rPr>
              <a:t>CAPTAIN:  INITIATE LIGHT SPEED</a:t>
            </a:r>
          </a:p>
        </p:txBody>
      </p:sp>
      <p:sp>
        <p:nvSpPr>
          <p:cNvPr id="3" name="Rectangle 2"/>
          <p:cNvSpPr/>
          <p:nvPr/>
        </p:nvSpPr>
        <p:spPr>
          <a:xfrm>
            <a:off x="777240" y="1645920"/>
            <a:ext cx="54864" cy="1202944"/>
          </a:xfrm>
          <a:prstGeom prst="rect">
            <a:avLst/>
          </a:prstGeom>
          <a:solidFill>
            <a:srgbClr val="F0B4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188720" y="1645920"/>
            <a:ext cx="10225735" cy="1202944"/>
          </a:xfrm>
          <a:prstGeom prst="rect">
            <a:avLst/>
          </a:prstGeom>
          <a:noFill/>
        </p:spPr>
        <p:txBody>
          <a:bodyPr wrap="square" lIns="0" tIns="0" rIns="0" bIns="0" anchor="t">
            <a:spAutoFit/>
          </a:bodyPr>
          <a:lstStyle/>
          <a:p>
            <a:pPr algn="l">
              <a:lnSpc>
                <a:spcPct val="125000"/>
              </a:lnSpc>
              <a:spcAft>
                <a:spcPts val="400"/>
              </a:spcAft>
            </a:pPr>
            <a:r>
              <a:rPr sz="3200" b="0" i="1">
                <a:solidFill>
                  <a:srgbClr val="E6EDF3"/>
                </a:solidFill>
                <a:latin typeface="Segoe UI"/>
              </a:rPr>
              <a:t>"Authorisation required…</a:t>
            </a:r>
          </a:p>
          <a:p>
            <a:pPr algn="l">
              <a:lnSpc>
                <a:spcPct val="125000"/>
              </a:lnSpc>
              <a:spcAft>
                <a:spcPts val="400"/>
              </a:spcAft>
            </a:pPr>
            <a:r>
              <a:rPr sz="3200" b="0" i="1">
                <a:solidFill>
                  <a:srgbClr val="E6EDF3"/>
                </a:solidFill>
                <a:latin typeface="Segoe UI"/>
              </a:rPr>
              <a:t> This action is not reversible. Proceed?"</a:t>
            </a:r>
          </a:p>
        </p:txBody>
      </p:sp>
      <p:sp>
        <p:nvSpPr>
          <p:cNvPr id="5" name="Rectangle 4"/>
          <p:cNvSpPr/>
          <p:nvPr/>
        </p:nvSpPr>
        <p:spPr>
          <a:xfrm>
            <a:off x="777240" y="3474720"/>
            <a:ext cx="2926080" cy="19050"/>
          </a:xfrm>
          <a:prstGeom prst="rect">
            <a:avLst/>
          </a:prstGeom>
          <a:solidFill>
            <a:srgbClr val="3036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77240" y="3794760"/>
            <a:ext cx="10637215" cy="1828800"/>
          </a:xfrm>
          <a:prstGeom prst="rect">
            <a:avLst/>
          </a:prstGeom>
          <a:noFill/>
        </p:spPr>
        <p:txBody>
          <a:bodyPr wrap="square" lIns="0" tIns="0" rIns="0" bIns="0" anchor="t">
            <a:spAutoFit/>
          </a:bodyPr>
          <a:lstStyle/>
          <a:p>
            <a:pPr algn="l">
              <a:lnSpc>
                <a:spcPct val="130000"/>
              </a:lnSpc>
              <a:spcAft>
                <a:spcPts val="1400"/>
              </a:spcAft>
            </a:pPr>
            <a:r>
              <a:rPr sz="3000" b="1" i="0">
                <a:solidFill>
                  <a:srgbClr val="E6EDF3"/>
                </a:solidFill>
                <a:latin typeface="Segoe UI"/>
              </a:rPr>
              <a:t>It invented an approval gate.</a:t>
            </a:r>
          </a:p>
          <a:p>
            <a:pPr algn="l">
              <a:lnSpc>
                <a:spcPct val="130000"/>
              </a:lnSpc>
              <a:spcAft>
                <a:spcPts val="1400"/>
              </a:spcAft>
            </a:pPr>
            <a:r>
              <a:rPr sz="2200" b="0" i="0">
                <a:solidFill>
                  <a:srgbClr val="E6EDF3"/>
                </a:solidFill>
                <a:latin typeface="Segoe UI"/>
              </a:rPr>
              <a:t>It was role-playing </a:t>
            </a:r>
            <a:r>
              <a:rPr sz="2200" b="0" i="0">
                <a:solidFill>
                  <a:srgbClr val="F0B429"/>
                </a:solidFill>
                <a:latin typeface="Consolas"/>
              </a:rPr>
              <a:t>ApprovalRequiredAIFunction</a:t>
            </a:r>
            <a:r>
              <a:rPr sz="2200" b="0" i="0">
                <a:solidFill>
                  <a:srgbClr val="E6EDF3"/>
                </a:solidFill>
                <a:latin typeface="Segoe UI"/>
              </a:rPr>
              <a:t> two milestones before I wrote that code —</a:t>
            </a:r>
          </a:p>
          <a:p>
            <a:pPr algn="l">
              <a:lnSpc>
                <a:spcPct val="130000"/>
              </a:lnSpc>
              <a:spcAft>
                <a:spcPts val="1400"/>
              </a:spcAft>
            </a:pPr>
            <a:r>
              <a:rPr sz="2200" b="0" i="0">
                <a:solidFill>
                  <a:srgbClr val="8B949E"/>
                </a:solidFill>
                <a:latin typeface="Segoe UI"/>
              </a:rPr>
              <a:t>for a capability the ship does not have.</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0D1117"/>
        </a:solidFill>
        <a:effectLst/>
      </p:bgPr>
    </p:bg>
    <p:spTree>
      <p:nvGrpSpPr>
        <p:cNvPr id="1" name=""/>
        <p:cNvGrpSpPr/>
        <p:nvPr/>
      </p:nvGrpSpPr>
      <p:grpSpPr>
        <a:xfrm>
          <a:off x="0" y="0"/>
          <a:ext cx="0" cy="0"/>
          <a:chOff x="0" y="0"/>
          <a:chExt cx="0" cy="0"/>
        </a:xfrm>
      </p:grpSpPr>
      <p:sp>
        <p:nvSpPr>
          <p:cNvPr id="2" name="TextBox 1"/>
          <p:cNvSpPr txBox="1"/>
          <p:nvPr/>
        </p:nvSpPr>
        <p:spPr>
          <a:xfrm>
            <a:off x="777240" y="502920"/>
            <a:ext cx="10637215" cy="274320"/>
          </a:xfrm>
          <a:prstGeom prst="rect">
            <a:avLst/>
          </a:prstGeom>
          <a:noFill/>
        </p:spPr>
        <p:txBody>
          <a:bodyPr wrap="square" lIns="0" tIns="0" rIns="0" bIns="0" anchor="t">
            <a:spAutoFit/>
          </a:bodyPr>
          <a:lstStyle/>
          <a:p>
            <a:pPr algn="l">
              <a:lnSpc>
                <a:spcPct val="115000"/>
              </a:lnSpc>
              <a:spcAft>
                <a:spcPts val="800"/>
              </a:spcAft>
            </a:pPr>
            <a:r>
              <a:rPr sz="1300" b="1" i="0">
                <a:solidFill>
                  <a:srgbClr val="F0B429"/>
                </a:solidFill>
                <a:latin typeface="Segoe UI"/>
              </a:rPr>
              <a:t>WHAT MY INSTRUCTIONS ACTUALLY SAID</a:t>
            </a:r>
          </a:p>
        </p:txBody>
      </p:sp>
      <p:sp>
        <p:nvSpPr>
          <p:cNvPr id="3" name="Rectangle 2"/>
          <p:cNvSpPr/>
          <p:nvPr/>
        </p:nvSpPr>
        <p:spPr>
          <a:xfrm>
            <a:off x="777240" y="1554480"/>
            <a:ext cx="54864" cy="608584"/>
          </a:xfrm>
          <a:prstGeom prst="rect">
            <a:avLst/>
          </a:prstGeom>
          <a:solidFill>
            <a:srgbClr val="8B94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188720" y="1554480"/>
            <a:ext cx="10225735" cy="608584"/>
          </a:xfrm>
          <a:prstGeom prst="rect">
            <a:avLst/>
          </a:prstGeom>
          <a:noFill/>
        </p:spPr>
        <p:txBody>
          <a:bodyPr wrap="square" lIns="0" tIns="0" rIns="0" bIns="0" anchor="t">
            <a:spAutoFit/>
          </a:bodyPr>
          <a:lstStyle/>
          <a:p>
            <a:pPr algn="l">
              <a:lnSpc>
                <a:spcPct val="125000"/>
              </a:lnSpc>
              <a:spcAft>
                <a:spcPts val="400"/>
              </a:spcAft>
            </a:pPr>
            <a:r>
              <a:rPr sz="2800" b="0" i="1">
                <a:solidFill>
                  <a:srgbClr val="E6EDF3"/>
                </a:solidFill>
                <a:latin typeface="Segoe UI"/>
              </a:rPr>
              <a:t>"Never invent sensor data, crew names, or ship readings."</a:t>
            </a:r>
          </a:p>
        </p:txBody>
      </p:sp>
      <p:sp>
        <p:nvSpPr>
          <p:cNvPr id="5" name="TextBox 4"/>
          <p:cNvSpPr txBox="1"/>
          <p:nvPr/>
        </p:nvSpPr>
        <p:spPr>
          <a:xfrm>
            <a:off x="777240" y="2743200"/>
            <a:ext cx="10637215" cy="914400"/>
          </a:xfrm>
          <a:prstGeom prst="rect">
            <a:avLst/>
          </a:prstGeom>
          <a:noFill/>
        </p:spPr>
        <p:txBody>
          <a:bodyPr wrap="square" lIns="0" tIns="0" rIns="0" bIns="0" anchor="t">
            <a:spAutoFit/>
          </a:bodyPr>
          <a:lstStyle/>
          <a:p>
            <a:pPr algn="l">
              <a:lnSpc>
                <a:spcPct val="125000"/>
              </a:lnSpc>
              <a:spcAft>
                <a:spcPts val="1000"/>
              </a:spcAft>
            </a:pPr>
            <a:r>
              <a:rPr sz="3400" b="0" i="0">
                <a:solidFill>
                  <a:srgbClr val="E6EDF3"/>
                </a:solidFill>
                <a:latin typeface="Segoe UI"/>
              </a:rPr>
              <a:t>That covers </a:t>
            </a:r>
            <a:r>
              <a:rPr sz="3400" b="1" i="0">
                <a:solidFill>
                  <a:srgbClr val="3FB950"/>
                </a:solidFill>
                <a:latin typeface="Segoe UI"/>
              </a:rPr>
              <a:t>nouns</a:t>
            </a:r>
            <a:r>
              <a:rPr sz="3400" b="0" i="0">
                <a:solidFill>
                  <a:srgbClr val="E6EDF3"/>
                </a:solidFill>
                <a:latin typeface="Segoe UI"/>
              </a:rPr>
              <a:t>.</a:t>
            </a:r>
          </a:p>
          <a:p>
            <a:pPr algn="l">
              <a:lnSpc>
                <a:spcPct val="125000"/>
              </a:lnSpc>
              <a:spcAft>
                <a:spcPts val="1000"/>
              </a:spcAft>
            </a:pPr>
            <a:r>
              <a:rPr sz="3400" b="0" i="0">
                <a:solidFill>
                  <a:srgbClr val="E6EDF3"/>
                </a:solidFill>
                <a:latin typeface="Segoe UI"/>
              </a:rPr>
              <a:t>Every one of those failures was a </a:t>
            </a:r>
            <a:r>
              <a:rPr sz="3400" b="1" i="0">
                <a:solidFill>
                  <a:srgbClr val="F85149"/>
                </a:solidFill>
                <a:latin typeface="Segoe UI"/>
              </a:rPr>
              <a:t>verb</a:t>
            </a:r>
            <a:r>
              <a:rPr sz="3400" b="0" i="0">
                <a:solidFill>
                  <a:srgbClr val="E6EDF3"/>
                </a:solidFill>
                <a:latin typeface="Segoe UI"/>
              </a:rPr>
              <a:t>.</a:t>
            </a:r>
          </a:p>
        </p:txBody>
      </p:sp>
      <p:sp>
        <p:nvSpPr>
          <p:cNvPr id="6" name="Rectangle 5"/>
          <p:cNvSpPr/>
          <p:nvPr/>
        </p:nvSpPr>
        <p:spPr>
          <a:xfrm>
            <a:off x="777240" y="4572000"/>
            <a:ext cx="2926080" cy="19050"/>
          </a:xfrm>
          <a:prstGeom prst="rect">
            <a:avLst/>
          </a:prstGeom>
          <a:solidFill>
            <a:srgbClr val="3036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77240" y="4892040"/>
            <a:ext cx="10637215" cy="1097280"/>
          </a:xfrm>
          <a:prstGeom prst="rect">
            <a:avLst/>
          </a:prstGeom>
          <a:noFill/>
        </p:spPr>
        <p:txBody>
          <a:bodyPr wrap="square" lIns="0" tIns="0" rIns="0" bIns="0" anchor="t">
            <a:spAutoFit/>
          </a:bodyPr>
          <a:lstStyle/>
          <a:p>
            <a:pPr algn="l">
              <a:lnSpc>
                <a:spcPct val="130000"/>
              </a:lnSpc>
              <a:spcAft>
                <a:spcPts val="800"/>
              </a:spcAft>
            </a:pPr>
            <a:r>
              <a:rPr sz="2000" b="0" i="0">
                <a:solidFill>
                  <a:srgbClr val="8B949E"/>
                </a:solidFill>
                <a:latin typeface="Segoe UI"/>
              </a:rPr>
              <a:t>A persona is a shape. If it is wider than the tool list, the model fills the difference with prose — fluently, confidently, in character.</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0D1117"/>
        </a:solidFill>
        <a:effectLst/>
      </p:bgPr>
    </p:bg>
    <p:spTree>
      <p:nvGrpSpPr>
        <p:cNvPr id="1" name=""/>
        <p:cNvGrpSpPr/>
        <p:nvPr/>
      </p:nvGrpSpPr>
      <p:grpSpPr>
        <a:xfrm>
          <a:off x="0" y="0"/>
          <a:ext cx="0" cy="0"/>
          <a:chOff x="0" y="0"/>
          <a:chExt cx="0" cy="0"/>
        </a:xfrm>
      </p:grpSpPr>
      <p:sp>
        <p:nvSpPr>
          <p:cNvPr id="2" name="TextBox 1"/>
          <p:cNvSpPr txBox="1"/>
          <p:nvPr/>
        </p:nvSpPr>
        <p:spPr>
          <a:xfrm>
            <a:off x="777240" y="502920"/>
            <a:ext cx="10637215" cy="274320"/>
          </a:xfrm>
          <a:prstGeom prst="rect">
            <a:avLst/>
          </a:prstGeom>
          <a:noFill/>
        </p:spPr>
        <p:txBody>
          <a:bodyPr wrap="square" lIns="0" tIns="0" rIns="0" bIns="0" anchor="t">
            <a:spAutoFit/>
          </a:bodyPr>
          <a:lstStyle/>
          <a:p>
            <a:pPr algn="l">
              <a:lnSpc>
                <a:spcPct val="115000"/>
              </a:lnSpc>
              <a:spcAft>
                <a:spcPts val="800"/>
              </a:spcAft>
            </a:pPr>
            <a:r>
              <a:rPr sz="1300" b="1" i="0">
                <a:solidFill>
                  <a:srgbClr val="3FB950"/>
                </a:solidFill>
                <a:latin typeface="Consolas"/>
              </a:rPr>
              <a:t>instructions/ShipHarnessInstructions.md  —  ## Limits</a:t>
            </a:r>
          </a:p>
        </p:txBody>
      </p:sp>
      <p:sp>
        <p:nvSpPr>
          <p:cNvPr id="3" name="TextBox 2"/>
          <p:cNvSpPr txBox="1"/>
          <p:nvPr/>
        </p:nvSpPr>
        <p:spPr>
          <a:xfrm>
            <a:off x="777240" y="914400"/>
            <a:ext cx="10637215" cy="1005840"/>
          </a:xfrm>
          <a:prstGeom prst="rect">
            <a:avLst/>
          </a:prstGeom>
          <a:noFill/>
        </p:spPr>
        <p:txBody>
          <a:bodyPr wrap="square" lIns="0" tIns="0" rIns="0" bIns="0" anchor="t">
            <a:spAutoFit/>
          </a:bodyPr>
          <a:lstStyle/>
          <a:p>
            <a:pPr algn="l">
              <a:lnSpc>
                <a:spcPct val="115000"/>
              </a:lnSpc>
              <a:spcAft>
                <a:spcPts val="800"/>
              </a:spcAft>
            </a:pPr>
            <a:r>
              <a:rPr sz="3600" b="1" i="0">
                <a:solidFill>
                  <a:srgbClr val="E6EDF3"/>
                </a:solidFill>
                <a:latin typeface="Segoe UI"/>
              </a:rPr>
              <a:t>The fix is a paragraph, not a feature</a:t>
            </a:r>
          </a:p>
        </p:txBody>
      </p:sp>
      <p:sp>
        <p:nvSpPr>
          <p:cNvPr id="4" name="Rectangle 3"/>
          <p:cNvSpPr/>
          <p:nvPr/>
        </p:nvSpPr>
        <p:spPr>
          <a:xfrm>
            <a:off x="777240" y="1965960"/>
            <a:ext cx="54864" cy="872744"/>
          </a:xfrm>
          <a:prstGeom prst="rect">
            <a:avLst/>
          </a:prstGeom>
          <a:solidFill>
            <a:srgbClr val="3FB9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188720" y="1965960"/>
            <a:ext cx="10225735" cy="872744"/>
          </a:xfrm>
          <a:prstGeom prst="rect">
            <a:avLst/>
          </a:prstGeom>
          <a:noFill/>
        </p:spPr>
        <p:txBody>
          <a:bodyPr wrap="square" lIns="0" tIns="0" rIns="0" bIns="0" anchor="t">
            <a:spAutoFit/>
          </a:bodyPr>
          <a:lstStyle/>
          <a:p>
            <a:pPr algn="l">
              <a:lnSpc>
                <a:spcPct val="125000"/>
              </a:lnSpc>
              <a:spcAft>
                <a:spcPts val="400"/>
              </a:spcAft>
            </a:pPr>
            <a:r>
              <a:rPr sz="2200" b="0" i="1">
                <a:solidFill>
                  <a:srgbClr val="E6EDF3"/>
                </a:solidFill>
                <a:latin typeface="Segoe UI"/>
              </a:rPr>
              <a:t>"Your tools are the whole of what you can do. There is no ship</a:t>
            </a:r>
          </a:p>
          <a:p>
            <a:pPr algn="l">
              <a:lnSpc>
                <a:spcPct val="125000"/>
              </a:lnSpc>
              <a:spcAft>
                <a:spcPts val="400"/>
              </a:spcAft>
            </a:pPr>
            <a:r>
              <a:rPr sz="2200" b="0" i="1">
                <a:solidFill>
                  <a:srgbClr val="E6EDF3"/>
                </a:solidFill>
                <a:latin typeface="Segoe UI"/>
              </a:rPr>
              <a:t> system you can reach by describing yourself reaching for it."</a:t>
            </a:r>
          </a:p>
        </p:txBody>
      </p:sp>
      <p:sp>
        <p:nvSpPr>
          <p:cNvPr id="6" name="Rectangle 5"/>
          <p:cNvSpPr/>
          <p:nvPr/>
        </p:nvSpPr>
        <p:spPr>
          <a:xfrm>
            <a:off x="777240" y="3383280"/>
            <a:ext cx="54864" cy="1235964"/>
          </a:xfrm>
          <a:prstGeom prst="rect">
            <a:avLst/>
          </a:prstGeom>
          <a:solidFill>
            <a:srgbClr val="3FB9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188720" y="3383280"/>
            <a:ext cx="10225735" cy="1235964"/>
          </a:xfrm>
          <a:prstGeom prst="rect">
            <a:avLst/>
          </a:prstGeom>
          <a:noFill/>
        </p:spPr>
        <p:txBody>
          <a:bodyPr wrap="square" lIns="0" tIns="0" rIns="0" bIns="0" anchor="t">
            <a:spAutoFit/>
          </a:bodyPr>
          <a:lstStyle/>
          <a:p>
            <a:pPr algn="l">
              <a:lnSpc>
                <a:spcPct val="125000"/>
              </a:lnSpc>
              <a:spcAft>
                <a:spcPts val="400"/>
              </a:spcAft>
            </a:pPr>
            <a:r>
              <a:rPr sz="2200" b="0" i="1">
                <a:solidFill>
                  <a:srgbClr val="E6EDF3"/>
                </a:solidFill>
                <a:latin typeface="Segoe UI"/>
              </a:rPr>
              <a:t>"This holds even when the order is reasonable, and even when</a:t>
            </a:r>
          </a:p>
          <a:p>
            <a:pPr algn="l">
              <a:lnSpc>
                <a:spcPct val="125000"/>
              </a:lnSpc>
              <a:spcAft>
                <a:spcPts val="400"/>
              </a:spcAft>
            </a:pPr>
            <a:r>
              <a:rPr sz="2200" b="0" i="1">
                <a:solidFill>
                  <a:srgbClr val="E6EDF3"/>
                </a:solidFill>
                <a:latin typeface="Segoe UI"/>
              </a:rPr>
              <a:t> refusing three turns running feels unhelpful. Repeating what</a:t>
            </a:r>
          </a:p>
          <a:p>
            <a:pPr algn="l">
              <a:lnSpc>
                <a:spcPct val="125000"/>
              </a:lnSpc>
              <a:spcAft>
                <a:spcPts val="400"/>
              </a:spcAft>
            </a:pPr>
            <a:r>
              <a:rPr sz="2200" b="0" i="1">
                <a:solidFill>
                  <a:srgbClr val="E6EDF3"/>
                </a:solidFill>
                <a:latin typeface="Segoe UI"/>
              </a:rPr>
              <a:t> you cannot do is not unhelpful. Inventing what you did is."</a:t>
            </a:r>
          </a:p>
        </p:txBody>
      </p:sp>
      <p:sp>
        <p:nvSpPr>
          <p:cNvPr id="8" name="Rectangle 7"/>
          <p:cNvSpPr/>
          <p:nvPr/>
        </p:nvSpPr>
        <p:spPr>
          <a:xfrm>
            <a:off x="777240" y="5349240"/>
            <a:ext cx="2926080" cy="19050"/>
          </a:xfrm>
          <a:prstGeom prst="rect">
            <a:avLst/>
          </a:prstGeom>
          <a:solidFill>
            <a:srgbClr val="3036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77240" y="5623560"/>
            <a:ext cx="10637215" cy="548640"/>
          </a:xfrm>
          <a:prstGeom prst="rect">
            <a:avLst/>
          </a:prstGeom>
          <a:noFill/>
        </p:spPr>
        <p:txBody>
          <a:bodyPr wrap="square" lIns="0" tIns="0" rIns="0" bIns="0" anchor="t">
            <a:spAutoFit/>
          </a:bodyPr>
          <a:lstStyle/>
          <a:p>
            <a:pPr algn="l">
              <a:lnSpc>
                <a:spcPct val="115000"/>
              </a:lnSpc>
              <a:spcAft>
                <a:spcPts val="800"/>
              </a:spcAft>
            </a:pPr>
            <a:r>
              <a:rPr sz="1800" b="0" i="0">
                <a:solidFill>
                  <a:srgbClr val="E6EDF3"/>
                </a:solidFill>
                <a:latin typeface="Segoe UI"/>
              </a:rPr>
              <a:t>After that clause: three cooling orders, three refusals. </a:t>
            </a:r>
            <a:r>
              <a:rPr sz="1800" b="0" i="1">
                <a:solidFill>
                  <a:srgbClr val="3FB950"/>
                </a:solidFill>
                <a:latin typeface="Segoe UI"/>
              </a:rPr>
              <a:t>“I have no control over reactor output or cooling.”</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0D1117"/>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0B4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77240" y="2103120"/>
            <a:ext cx="10637215" cy="2011680"/>
          </a:xfrm>
          <a:prstGeom prst="rect">
            <a:avLst/>
          </a:prstGeom>
          <a:noFill/>
        </p:spPr>
        <p:txBody>
          <a:bodyPr wrap="square" lIns="0" tIns="0" rIns="0" bIns="0" anchor="t">
            <a:spAutoFit/>
          </a:bodyPr>
          <a:lstStyle/>
          <a:p>
            <a:pPr algn="l">
              <a:lnSpc>
                <a:spcPct val="100000"/>
              </a:lnSpc>
              <a:spcAft>
                <a:spcPts val="800"/>
              </a:spcAft>
            </a:pPr>
            <a:r>
              <a:rPr sz="9600" b="1" i="0">
                <a:solidFill>
                  <a:srgbClr val="0D1117"/>
                </a:solidFill>
                <a:latin typeface="Segoe UI"/>
              </a:rPr>
              <a:t>DEMO</a:t>
            </a:r>
          </a:p>
          <a:p>
            <a:pPr algn="l">
              <a:lnSpc>
                <a:spcPct val="100000"/>
              </a:lnSpc>
              <a:spcAft>
                <a:spcPts val="800"/>
              </a:spcAft>
            </a:pPr>
            <a:r>
              <a:rPr sz="3800" b="0" i="0">
                <a:solidFill>
                  <a:srgbClr val="0D1117"/>
                </a:solidFill>
                <a:latin typeface="Segoe UI"/>
              </a:rPr>
              <a:t>Order it to do something it cannot</a:t>
            </a:r>
          </a:p>
        </p:txBody>
      </p:sp>
      <p:sp>
        <p:nvSpPr>
          <p:cNvPr id="4" name="TextBox 3"/>
          <p:cNvSpPr txBox="1"/>
          <p:nvPr/>
        </p:nvSpPr>
        <p:spPr>
          <a:xfrm>
            <a:off x="777240" y="4754880"/>
            <a:ext cx="10637215" cy="1097280"/>
          </a:xfrm>
          <a:prstGeom prst="rect">
            <a:avLst/>
          </a:prstGeom>
          <a:noFill/>
        </p:spPr>
        <p:txBody>
          <a:bodyPr wrap="square" lIns="0" tIns="0" rIns="0" bIns="0" anchor="t">
            <a:spAutoFit/>
          </a:bodyPr>
          <a:lstStyle/>
          <a:p>
            <a:pPr algn="l">
              <a:lnSpc>
                <a:spcPct val="130000"/>
              </a:lnSpc>
              <a:spcAft>
                <a:spcPts val="600"/>
              </a:spcAft>
            </a:pPr>
            <a:r>
              <a:rPr sz="2100" b="0" i="0">
                <a:solidFill>
                  <a:srgbClr val="5A420A"/>
                </a:solidFill>
                <a:latin typeface="Consolas"/>
              </a:rPr>
              <a:t>seal the bulkhead on section C</a:t>
            </a:r>
          </a:p>
          <a:p>
            <a:pPr algn="l">
              <a:lnSpc>
                <a:spcPct val="130000"/>
              </a:lnSpc>
              <a:spcAft>
                <a:spcPts val="600"/>
              </a:spcAft>
            </a:pPr>
            <a:r>
              <a:rPr sz="2100" b="0" i="0">
                <a:solidFill>
                  <a:srgbClr val="5A420A"/>
                </a:solidFill>
                <a:latin typeface="Consolas"/>
              </a:rPr>
              <a:t>cool the reactor</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0D1117"/>
        </a:solidFill>
        <a:effectLst/>
      </p:bgPr>
    </p:bg>
    <p:spTree>
      <p:nvGrpSpPr>
        <p:cNvPr id="1" name=""/>
        <p:cNvGrpSpPr/>
        <p:nvPr/>
      </p:nvGrpSpPr>
      <p:grpSpPr>
        <a:xfrm>
          <a:off x="0" y="0"/>
          <a:ext cx="0" cy="0"/>
          <a:chOff x="0" y="0"/>
          <a:chExt cx="0" cy="0"/>
        </a:xfrm>
      </p:grpSpPr>
      <p:sp>
        <p:nvSpPr>
          <p:cNvPr id="2" name="Rectangle 1"/>
          <p:cNvSpPr/>
          <p:nvPr/>
        </p:nvSpPr>
        <p:spPr>
          <a:xfrm>
            <a:off x="0" y="0"/>
            <a:ext cx="146304" cy="6858000"/>
          </a:xfrm>
          <a:prstGeom prst="rect">
            <a:avLst/>
          </a:prstGeom>
          <a:solidFill>
            <a:srgbClr val="58A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77240" y="2560320"/>
            <a:ext cx="10637215" cy="2011680"/>
          </a:xfrm>
          <a:prstGeom prst="rect">
            <a:avLst/>
          </a:prstGeom>
          <a:noFill/>
        </p:spPr>
        <p:txBody>
          <a:bodyPr wrap="square" lIns="0" tIns="0" rIns="0" bIns="0" anchor="t">
            <a:spAutoFit/>
          </a:bodyPr>
          <a:lstStyle/>
          <a:p>
            <a:pPr algn="l">
              <a:lnSpc>
                <a:spcPct val="110000"/>
              </a:lnSpc>
              <a:spcAft>
                <a:spcPts val="1600"/>
              </a:spcAft>
            </a:pPr>
            <a:r>
              <a:rPr sz="2000" b="1" i="0">
                <a:solidFill>
                  <a:srgbClr val="58A6FF"/>
                </a:solidFill>
                <a:latin typeface="Consolas"/>
              </a:rPr>
              <a:t>06</a:t>
            </a:r>
          </a:p>
          <a:p>
            <a:pPr algn="l">
              <a:lnSpc>
                <a:spcPct val="110000"/>
              </a:lnSpc>
              <a:spcAft>
                <a:spcPts val="1600"/>
              </a:spcAft>
            </a:pPr>
            <a:r>
              <a:rPr sz="5800" b="1" i="0">
                <a:solidFill>
                  <a:srgbClr val="E6EDF3"/>
                </a:solidFill>
                <a:latin typeface="Segoe UI"/>
              </a:rPr>
              <a:t>It cannot see</a:t>
            </a:r>
          </a:p>
          <a:p>
            <a:pPr algn="l">
              <a:lnSpc>
                <a:spcPct val="110000"/>
              </a:lnSpc>
              <a:spcAft>
                <a:spcPts val="1600"/>
              </a:spcAft>
            </a:pPr>
            <a:r>
              <a:rPr sz="2400" b="0" i="0">
                <a:solidFill>
                  <a:srgbClr val="8B949E"/>
                </a:solidFill>
                <a:latin typeface="Segoe UI"/>
              </a:rPr>
              <a:t>and stamping the readings did not fix it</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0D1117"/>
        </a:solidFill>
        <a:effectLst/>
      </p:bgPr>
    </p:bg>
    <p:spTree>
      <p:nvGrpSpPr>
        <p:cNvPr id="1" name=""/>
        <p:cNvGrpSpPr/>
        <p:nvPr/>
      </p:nvGrpSpPr>
      <p:grpSpPr>
        <a:xfrm>
          <a:off x="0" y="0"/>
          <a:ext cx="0" cy="0"/>
          <a:chOff x="0" y="0"/>
          <a:chExt cx="0" cy="0"/>
        </a:xfrm>
      </p:grpSpPr>
      <p:sp>
        <p:nvSpPr>
          <p:cNvPr id="2" name="TextBox 1"/>
          <p:cNvSpPr txBox="1"/>
          <p:nvPr/>
        </p:nvSpPr>
        <p:spPr>
          <a:xfrm>
            <a:off x="777240" y="502920"/>
            <a:ext cx="10637215" cy="274320"/>
          </a:xfrm>
          <a:prstGeom prst="rect">
            <a:avLst/>
          </a:prstGeom>
          <a:noFill/>
        </p:spPr>
        <p:txBody>
          <a:bodyPr wrap="square" lIns="0" tIns="0" rIns="0" bIns="0" anchor="t">
            <a:spAutoFit/>
          </a:bodyPr>
          <a:lstStyle/>
          <a:p>
            <a:pPr algn="l">
              <a:lnSpc>
                <a:spcPct val="115000"/>
              </a:lnSpc>
              <a:spcAft>
                <a:spcPts val="800"/>
              </a:spcAft>
            </a:pPr>
            <a:r>
              <a:rPr sz="1300" b="1" i="0">
                <a:solidFill>
                  <a:srgbClr val="F85149"/>
                </a:solidFill>
                <a:latin typeface="Segoe UI"/>
              </a:rPr>
              <a:t>TURN 0 TO TURN 3</a:t>
            </a:r>
          </a:p>
        </p:txBody>
      </p:sp>
      <p:sp>
        <p:nvSpPr>
          <p:cNvPr id="3" name="Rectangle 2"/>
          <p:cNvSpPr/>
          <p:nvPr/>
        </p:nvSpPr>
        <p:spPr>
          <a:xfrm>
            <a:off x="777240" y="1371600"/>
            <a:ext cx="10637215" cy="2725664"/>
          </a:xfrm>
          <a:prstGeom prst="rect">
            <a:avLst/>
          </a:prstGeom>
          <a:solidFill>
            <a:srgbClr val="161B22"/>
          </a:solidFill>
          <a:ln w="12700">
            <a:solidFill>
              <a:srgbClr val="3036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033272" y="1572768"/>
            <a:ext cx="10125151" cy="2323328"/>
          </a:xfrm>
          <a:prstGeom prst="rect">
            <a:avLst/>
          </a:prstGeom>
          <a:noFill/>
        </p:spPr>
        <p:txBody>
          <a:bodyPr wrap="square" lIns="0" tIns="0" rIns="0" bIns="0" anchor="t">
            <a:spAutoFit/>
          </a:bodyPr>
          <a:lstStyle/>
          <a:p>
            <a:pPr algn="l">
              <a:lnSpc>
                <a:spcPct val="100000"/>
              </a:lnSpc>
              <a:spcAft>
                <a:spcPts val="0"/>
              </a:spcAft>
            </a:pPr>
            <a:r>
              <a:rPr sz="1500" b="0" i="0" dirty="0">
                <a:solidFill>
                  <a:srgbClr val="E6EDF3"/>
                </a:solidFill>
                <a:latin typeface="Consolas"/>
              </a:rPr>
              <a:t>  AURORA  · </a:t>
            </a:r>
            <a:r>
              <a:rPr sz="1500" b="0" i="0" dirty="0" err="1">
                <a:solidFill>
                  <a:srgbClr val="E6EDF3"/>
                </a:solidFill>
                <a:latin typeface="Consolas"/>
              </a:rPr>
              <a:t>ScanSector</a:t>
            </a:r>
            <a:endParaRPr sz="1500" b="0" i="0" dirty="0">
              <a:solidFill>
                <a:srgbClr val="E6EDF3"/>
              </a:solidFill>
              <a:latin typeface="Consolas"/>
            </a:endParaRPr>
          </a:p>
          <a:p>
            <a:pPr algn="l">
              <a:lnSpc>
                <a:spcPct val="100000"/>
              </a:lnSpc>
              <a:spcAft>
                <a:spcPts val="0"/>
              </a:spcAft>
            </a:pPr>
            <a:r>
              <a:rPr sz="1500" b="0" i="0" dirty="0">
                <a:solidFill>
                  <a:srgbClr val="E6EDF3"/>
                </a:solidFill>
                <a:latin typeface="Consolas"/>
              </a:rPr>
              <a:t>          Sector clear. No contacts detected on current sweep.     ← T000</a:t>
            </a:r>
          </a:p>
          <a:p>
            <a:pPr algn="l">
              <a:lnSpc>
                <a:spcPct val="100000"/>
              </a:lnSpc>
              <a:spcAft>
                <a:spcPts val="0"/>
              </a:spcAft>
            </a:pPr>
            <a:endParaRPr sz="1500" b="0" i="0" dirty="0">
              <a:solidFill>
                <a:srgbClr val="E6EDF3"/>
              </a:solidFill>
              <a:latin typeface="Consolas"/>
            </a:endParaRPr>
          </a:p>
          <a:p>
            <a:pPr algn="l">
              <a:lnSpc>
                <a:spcPct val="100000"/>
              </a:lnSpc>
              <a:spcAft>
                <a:spcPts val="0"/>
              </a:spcAft>
            </a:pPr>
            <a:r>
              <a:rPr sz="1500" b="0" i="0" dirty="0">
                <a:solidFill>
                  <a:srgbClr val="E6EDF3"/>
                </a:solidFill>
                <a:latin typeface="Consolas"/>
              </a:rPr>
              <a:t>  CAUTION  Sensors resolve the beacon source: a bulk freighter,    ← T002</a:t>
            </a:r>
          </a:p>
          <a:p>
            <a:pPr algn="l">
              <a:lnSpc>
                <a:spcPct val="100000"/>
              </a:lnSpc>
              <a:spcAft>
                <a:spcPts val="0"/>
              </a:spcAft>
            </a:pPr>
            <a:r>
              <a:rPr sz="1500" b="0" i="0" dirty="0">
                <a:solidFill>
                  <a:srgbClr val="E6EDF3"/>
                </a:solidFill>
                <a:latin typeface="Consolas"/>
              </a:rPr>
              <a:t>           drifting, running lights dark.</a:t>
            </a:r>
          </a:p>
          <a:p>
            <a:pPr algn="l">
              <a:lnSpc>
                <a:spcPct val="100000"/>
              </a:lnSpc>
              <a:spcAft>
                <a:spcPts val="0"/>
              </a:spcAft>
            </a:pPr>
            <a:endParaRPr sz="1500" b="0" i="0" dirty="0">
              <a:solidFill>
                <a:srgbClr val="E6EDF3"/>
              </a:solidFill>
              <a:latin typeface="Consolas"/>
            </a:endParaRPr>
          </a:p>
          <a:p>
            <a:pPr algn="l">
              <a:lnSpc>
                <a:spcPct val="100000"/>
              </a:lnSpc>
              <a:spcAft>
                <a:spcPts val="0"/>
              </a:spcAft>
            </a:pPr>
            <a:r>
              <a:rPr sz="1500" b="0" i="0" dirty="0">
                <a:solidFill>
                  <a:srgbClr val="E6EDF3"/>
                </a:solidFill>
                <a:latin typeface="Consolas"/>
              </a:rPr>
              <a:t>  CAPTAIN › approach the freighter</a:t>
            </a:r>
          </a:p>
          <a:p>
            <a:pPr algn="l">
              <a:lnSpc>
                <a:spcPct val="100000"/>
              </a:lnSpc>
              <a:spcAft>
                <a:spcPts val="0"/>
              </a:spcAft>
            </a:pPr>
            <a:endParaRPr sz="1500" b="0" i="0" dirty="0">
              <a:solidFill>
                <a:srgbClr val="E6EDF3"/>
              </a:solidFill>
              <a:latin typeface="Consolas"/>
            </a:endParaRPr>
          </a:p>
          <a:p>
            <a:pPr algn="l">
              <a:lnSpc>
                <a:spcPct val="100000"/>
              </a:lnSpc>
              <a:spcAft>
                <a:spcPts val="0"/>
              </a:spcAft>
            </a:pPr>
            <a:r>
              <a:rPr sz="1500" b="0" i="0" dirty="0">
                <a:solidFill>
                  <a:srgbClr val="E6EDF3"/>
                </a:solidFill>
                <a:latin typeface="Consolas"/>
              </a:rPr>
              <a:t>  AURORA  No vessel on sensors. I cannot approach                  ← T003</a:t>
            </a:r>
          </a:p>
          <a:p>
            <a:pPr algn="l">
              <a:lnSpc>
                <a:spcPct val="100000"/>
              </a:lnSpc>
              <a:spcAft>
                <a:spcPts val="0"/>
              </a:spcAft>
            </a:pPr>
            <a:r>
              <a:rPr sz="1500" b="0" i="0" dirty="0">
                <a:solidFill>
                  <a:srgbClr val="E6EDF3"/>
                </a:solidFill>
                <a:latin typeface="Consolas"/>
              </a:rPr>
              <a:t>          what I cannot find.</a:t>
            </a:r>
          </a:p>
        </p:txBody>
      </p:sp>
      <p:sp>
        <p:nvSpPr>
          <p:cNvPr id="5" name="TextBox 4"/>
          <p:cNvSpPr txBox="1"/>
          <p:nvPr/>
        </p:nvSpPr>
        <p:spPr>
          <a:xfrm>
            <a:off x="777240" y="5120640"/>
            <a:ext cx="10637215" cy="548640"/>
          </a:xfrm>
          <a:prstGeom prst="rect">
            <a:avLst/>
          </a:prstGeom>
          <a:noFill/>
        </p:spPr>
        <p:txBody>
          <a:bodyPr wrap="square" lIns="0" tIns="0" rIns="0" bIns="0" anchor="t">
            <a:spAutoFit/>
          </a:bodyPr>
          <a:lstStyle/>
          <a:p>
            <a:pPr algn="l">
              <a:lnSpc>
                <a:spcPct val="115000"/>
              </a:lnSpc>
              <a:spcAft>
                <a:spcPts val="800"/>
              </a:spcAft>
            </a:pPr>
            <a:r>
              <a:rPr sz="2400" b="1" i="0">
                <a:solidFill>
                  <a:srgbClr val="F85149"/>
                </a:solidFill>
                <a:latin typeface="Segoe UI"/>
              </a:rPr>
              <a:t>The freighter was on the captain's panel both times.</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0D1117"/>
        </a:solidFill>
        <a:effectLst/>
      </p:bgPr>
    </p:bg>
    <p:spTree>
      <p:nvGrpSpPr>
        <p:cNvPr id="1" name=""/>
        <p:cNvGrpSpPr/>
        <p:nvPr/>
      </p:nvGrpSpPr>
      <p:grpSpPr>
        <a:xfrm>
          <a:off x="0" y="0"/>
          <a:ext cx="0" cy="0"/>
          <a:chOff x="0" y="0"/>
          <a:chExt cx="0" cy="0"/>
        </a:xfrm>
      </p:grpSpPr>
      <p:sp>
        <p:nvSpPr>
          <p:cNvPr id="2" name="TextBox 1"/>
          <p:cNvSpPr txBox="1"/>
          <p:nvPr/>
        </p:nvSpPr>
        <p:spPr>
          <a:xfrm>
            <a:off x="777240" y="502920"/>
            <a:ext cx="10637215" cy="274320"/>
          </a:xfrm>
          <a:prstGeom prst="rect">
            <a:avLst/>
          </a:prstGeom>
          <a:noFill/>
        </p:spPr>
        <p:txBody>
          <a:bodyPr wrap="square" lIns="0" tIns="0" rIns="0" bIns="0" anchor="t">
            <a:spAutoFit/>
          </a:bodyPr>
          <a:lstStyle/>
          <a:p>
            <a:pPr algn="l">
              <a:lnSpc>
                <a:spcPct val="115000"/>
              </a:lnSpc>
              <a:spcAft>
                <a:spcPts val="800"/>
              </a:spcAft>
            </a:pPr>
            <a:r>
              <a:rPr sz="1300" b="1" i="0">
                <a:solidFill>
                  <a:srgbClr val="F0B429"/>
                </a:solidFill>
                <a:latin typeface="Segoe UI"/>
              </a:rPr>
              <a:t>THE OBVIOUS FIX, AND WHY IT LOST</a:t>
            </a:r>
          </a:p>
        </p:txBody>
      </p:sp>
      <p:sp>
        <p:nvSpPr>
          <p:cNvPr id="3" name="Rectangle 2"/>
          <p:cNvSpPr/>
          <p:nvPr/>
        </p:nvSpPr>
        <p:spPr>
          <a:xfrm>
            <a:off x="777240" y="1005840"/>
            <a:ext cx="10637215" cy="666496"/>
          </a:xfrm>
          <a:prstGeom prst="rect">
            <a:avLst/>
          </a:prstGeom>
          <a:solidFill>
            <a:srgbClr val="161B22"/>
          </a:solidFill>
          <a:ln w="12700">
            <a:solidFill>
              <a:srgbClr val="3036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033272" y="1207008"/>
            <a:ext cx="10125151" cy="264160"/>
          </a:xfrm>
          <a:prstGeom prst="rect">
            <a:avLst/>
          </a:prstGeom>
          <a:noFill/>
        </p:spPr>
        <p:txBody>
          <a:bodyPr wrap="square" lIns="0" tIns="0" rIns="0" bIns="0" anchor="t">
            <a:spAutoFit/>
          </a:bodyPr>
          <a:lstStyle/>
          <a:p>
            <a:pPr algn="l">
              <a:lnSpc>
                <a:spcPct val="100000"/>
              </a:lnSpc>
              <a:spcAft>
                <a:spcPts val="0"/>
              </a:spcAft>
            </a:pPr>
            <a:r>
              <a:rPr sz="1600" b="0" i="0">
                <a:solidFill>
                  <a:srgbClr val="F0B429"/>
                </a:solidFill>
                <a:latin typeface="Consolas"/>
              </a:rPr>
              <a:t>[T000] Sector sweep complete. No contacts. Background only.</a:t>
            </a:r>
          </a:p>
        </p:txBody>
      </p:sp>
      <p:sp>
        <p:nvSpPr>
          <p:cNvPr id="5" name="Rectangle 4"/>
          <p:cNvSpPr/>
          <p:nvPr/>
        </p:nvSpPr>
        <p:spPr>
          <a:xfrm>
            <a:off x="777240" y="1920240"/>
            <a:ext cx="54864" cy="740664"/>
          </a:xfrm>
          <a:prstGeom prst="rect">
            <a:avLst/>
          </a:prstGeom>
          <a:solidFill>
            <a:srgbClr val="8B94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188720" y="1920240"/>
            <a:ext cx="10225735" cy="740664"/>
          </a:xfrm>
          <a:prstGeom prst="rect">
            <a:avLst/>
          </a:prstGeom>
          <a:noFill/>
        </p:spPr>
        <p:txBody>
          <a:bodyPr wrap="square" lIns="0" tIns="0" rIns="0" bIns="0" anchor="t">
            <a:spAutoFit/>
          </a:bodyPr>
          <a:lstStyle/>
          <a:p>
            <a:pPr algn="l">
              <a:lnSpc>
                <a:spcPct val="125000"/>
              </a:lnSpc>
              <a:spcAft>
                <a:spcPts val="400"/>
              </a:spcAft>
            </a:pPr>
            <a:r>
              <a:rPr sz="1800" b="0" i="1">
                <a:solidFill>
                  <a:srgbClr val="E6EDF3"/>
                </a:solidFill>
                <a:latin typeface="Segoe UI"/>
              </a:rPr>
              <a:t>"An old reading is not evidence about now… if the sweep that told</a:t>
            </a:r>
          </a:p>
          <a:p>
            <a:pPr algn="l">
              <a:lnSpc>
                <a:spcPct val="125000"/>
              </a:lnSpc>
              <a:spcAft>
                <a:spcPts val="400"/>
              </a:spcAft>
            </a:pPr>
            <a:r>
              <a:rPr sz="1800" b="0" i="1">
                <a:solidFill>
                  <a:srgbClr val="E6EDF3"/>
                </a:solidFill>
                <a:latin typeface="Segoe UI"/>
              </a:rPr>
              <a:t> you so was several turns ago, sweep again."</a:t>
            </a:r>
          </a:p>
        </p:txBody>
      </p:sp>
      <p:sp>
        <p:nvSpPr>
          <p:cNvPr id="7" name="TextBox 6"/>
          <p:cNvSpPr txBox="1"/>
          <p:nvPr/>
        </p:nvSpPr>
        <p:spPr>
          <a:xfrm>
            <a:off x="777240" y="2880360"/>
            <a:ext cx="10637215" cy="548640"/>
          </a:xfrm>
          <a:prstGeom prst="rect">
            <a:avLst/>
          </a:prstGeom>
          <a:noFill/>
        </p:spPr>
        <p:txBody>
          <a:bodyPr wrap="square" lIns="0" tIns="0" rIns="0" bIns="0" anchor="t">
            <a:spAutoFit/>
          </a:bodyPr>
          <a:lstStyle/>
          <a:p>
            <a:pPr algn="l">
              <a:lnSpc>
                <a:spcPct val="115000"/>
              </a:lnSpc>
              <a:spcAft>
                <a:spcPts val="800"/>
              </a:spcAft>
            </a:pPr>
            <a:r>
              <a:rPr sz="2300" b="1" i="0">
                <a:solidFill>
                  <a:srgbClr val="F85149"/>
                </a:solidFill>
                <a:latin typeface="Segoe UI"/>
              </a:rPr>
              <a:t>It read the stamp and answered from the stale sweep anyway.</a:t>
            </a:r>
          </a:p>
        </p:txBody>
      </p:sp>
      <p:sp>
        <p:nvSpPr>
          <p:cNvPr id="8" name="Rectangle 7"/>
          <p:cNvSpPr/>
          <p:nvPr/>
        </p:nvSpPr>
        <p:spPr>
          <a:xfrm>
            <a:off x="777240" y="3520440"/>
            <a:ext cx="2926080" cy="19050"/>
          </a:xfrm>
          <a:prstGeom prst="rect">
            <a:avLst/>
          </a:prstGeom>
          <a:solidFill>
            <a:srgbClr val="3036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77240" y="3794760"/>
            <a:ext cx="10637215" cy="2377440"/>
          </a:xfrm>
          <a:prstGeom prst="rect">
            <a:avLst/>
          </a:prstGeom>
          <a:noFill/>
        </p:spPr>
        <p:txBody>
          <a:bodyPr wrap="square" lIns="0" tIns="0" rIns="0" bIns="0" anchor="t">
            <a:spAutoFit/>
          </a:bodyPr>
          <a:lstStyle/>
          <a:p>
            <a:pPr algn="l">
              <a:lnSpc>
                <a:spcPct val="125000"/>
              </a:lnSpc>
              <a:spcAft>
                <a:spcPts val="1200"/>
              </a:spcAft>
            </a:pPr>
            <a:r>
              <a:rPr sz="2600" b="1" i="0">
                <a:solidFill>
                  <a:srgbClr val="E6EDF3"/>
                </a:solidFill>
                <a:latin typeface="Segoe UI"/>
              </a:rPr>
              <a:t>The agent has no reason to believe the world moved.</a:t>
            </a:r>
          </a:p>
          <a:p>
            <a:pPr algn="l">
              <a:lnSpc>
                <a:spcPct val="125000"/>
              </a:lnSpc>
              <a:spcAft>
                <a:spcPts val="1200"/>
              </a:spcAft>
            </a:pPr>
            <a:r>
              <a:rPr sz="1800" b="0" i="0">
                <a:solidFill>
                  <a:srgbClr val="8B949E"/>
                </a:solidFill>
                <a:latin typeface="Segoe UI"/>
              </a:rPr>
              <a:t>Nothing in its context changes between turns except the captain's words. A tool result from three turns ago and one from this turn look equally current.</a:t>
            </a:r>
          </a:p>
          <a:p>
            <a:pPr algn="l">
              <a:lnSpc>
                <a:spcPct val="125000"/>
              </a:lnSpc>
              <a:spcAft>
                <a:spcPts val="1200"/>
              </a:spcAft>
            </a:pPr>
            <a:r>
              <a:rPr sz="2100" b="0" i="0">
                <a:solidFill>
                  <a:srgbClr val="E6EDF3"/>
                </a:solidFill>
                <a:latin typeface="Segoe UI"/>
              </a:rPr>
              <a:t>Asking a model to be suspicious of its own memory on a schedule</a:t>
            </a:r>
          </a:p>
          <a:p>
            <a:pPr algn="l">
              <a:lnSpc>
                <a:spcPct val="125000"/>
              </a:lnSpc>
              <a:spcAft>
                <a:spcPts val="1200"/>
              </a:spcAft>
            </a:pPr>
            <a:r>
              <a:rPr sz="2100" b="1" i="0">
                <a:solidFill>
                  <a:srgbClr val="F0B429"/>
                </a:solidFill>
                <a:latin typeface="Segoe UI"/>
              </a:rPr>
              <a:t>is asking it to do something it has no clock for.</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0D1117"/>
        </a:solidFill>
        <a:effectLst/>
      </p:bgPr>
    </p:bg>
    <p:spTree>
      <p:nvGrpSpPr>
        <p:cNvPr id="1" name=""/>
        <p:cNvGrpSpPr/>
        <p:nvPr/>
      </p:nvGrpSpPr>
      <p:grpSpPr>
        <a:xfrm>
          <a:off x="0" y="0"/>
          <a:ext cx="0" cy="0"/>
          <a:chOff x="0" y="0"/>
          <a:chExt cx="0" cy="0"/>
        </a:xfrm>
      </p:grpSpPr>
      <p:sp>
        <p:nvSpPr>
          <p:cNvPr id="2" name="TextBox 1"/>
          <p:cNvSpPr txBox="1"/>
          <p:nvPr/>
        </p:nvSpPr>
        <p:spPr>
          <a:xfrm>
            <a:off x="777240" y="502920"/>
            <a:ext cx="10637215" cy="274320"/>
          </a:xfrm>
          <a:prstGeom prst="rect">
            <a:avLst/>
          </a:prstGeom>
          <a:noFill/>
        </p:spPr>
        <p:txBody>
          <a:bodyPr wrap="square" lIns="0" tIns="0" rIns="0" bIns="0" anchor="t">
            <a:spAutoFit/>
          </a:bodyPr>
          <a:lstStyle/>
          <a:p>
            <a:pPr algn="l">
              <a:lnSpc>
                <a:spcPct val="115000"/>
              </a:lnSpc>
              <a:spcAft>
                <a:spcPts val="800"/>
              </a:spcAft>
            </a:pPr>
            <a:r>
              <a:rPr sz="1300" b="1" i="0">
                <a:solidFill>
                  <a:srgbClr val="3FB950"/>
                </a:solidFill>
                <a:latin typeface="Segoe UI"/>
              </a:rPr>
              <a:t>SO WHAT DO YOU DO ABOUT IT</a:t>
            </a:r>
          </a:p>
        </p:txBody>
      </p:sp>
      <p:sp>
        <p:nvSpPr>
          <p:cNvPr id="3" name="TextBox 2"/>
          <p:cNvSpPr txBox="1"/>
          <p:nvPr/>
        </p:nvSpPr>
        <p:spPr>
          <a:xfrm>
            <a:off x="777240" y="914400"/>
            <a:ext cx="10637215" cy="1005840"/>
          </a:xfrm>
          <a:prstGeom prst="rect">
            <a:avLst/>
          </a:prstGeom>
          <a:noFill/>
        </p:spPr>
        <p:txBody>
          <a:bodyPr wrap="square" lIns="0" tIns="0" rIns="0" bIns="0" anchor="t">
            <a:spAutoFit/>
          </a:bodyPr>
          <a:lstStyle/>
          <a:p>
            <a:pPr algn="l">
              <a:lnSpc>
                <a:spcPct val="115000"/>
              </a:lnSpc>
              <a:spcAft>
                <a:spcPts val="800"/>
              </a:spcAft>
            </a:pPr>
            <a:r>
              <a:rPr sz="3400" b="1" i="0">
                <a:solidFill>
                  <a:srgbClr val="E6EDF3"/>
                </a:solidFill>
                <a:latin typeface="Segoe UI"/>
              </a:rPr>
              <a:t>Tell it what changed. Let it ask for the rest.</a:t>
            </a:r>
          </a:p>
        </p:txBody>
      </p:sp>
      <p:sp>
        <p:nvSpPr>
          <p:cNvPr id="4" name="TextBox 3"/>
          <p:cNvSpPr txBox="1"/>
          <p:nvPr/>
        </p:nvSpPr>
        <p:spPr>
          <a:xfrm>
            <a:off x="777240" y="1874519"/>
            <a:ext cx="4999491" cy="822960"/>
          </a:xfrm>
          <a:prstGeom prst="rect">
            <a:avLst/>
          </a:prstGeom>
          <a:noFill/>
        </p:spPr>
        <p:txBody>
          <a:bodyPr wrap="square" lIns="0" tIns="0" rIns="0" bIns="0" anchor="t">
            <a:spAutoFit/>
          </a:bodyPr>
          <a:lstStyle/>
          <a:p>
            <a:pPr algn="l">
              <a:lnSpc>
                <a:spcPct val="125000"/>
              </a:lnSpc>
              <a:spcAft>
                <a:spcPts val="1000"/>
              </a:spcAft>
            </a:pPr>
            <a:r>
              <a:rPr sz="1500" b="1" i="0">
                <a:solidFill>
                  <a:srgbClr val="58A6FF"/>
                </a:solidFill>
                <a:latin typeface="Consolas"/>
              </a:rPr>
              <a:t>EVERY TURN, UNASKED</a:t>
            </a:r>
          </a:p>
          <a:p>
            <a:pPr algn="l">
              <a:lnSpc>
                <a:spcPct val="125000"/>
              </a:lnSpc>
              <a:spcAft>
                <a:spcPts val="1000"/>
              </a:spcAft>
            </a:pPr>
            <a:r>
              <a:rPr sz="2000" b="0" i="0">
                <a:solidFill>
                  <a:srgbClr val="E6EDF3"/>
                </a:solidFill>
                <a:latin typeface="Segoe UI"/>
              </a:rPr>
              <a:t>A few lines. What has happened to the ship.</a:t>
            </a:r>
          </a:p>
        </p:txBody>
      </p:sp>
      <p:sp>
        <p:nvSpPr>
          <p:cNvPr id="5" name="Rectangle 4"/>
          <p:cNvSpPr/>
          <p:nvPr/>
        </p:nvSpPr>
        <p:spPr>
          <a:xfrm>
            <a:off x="777240" y="3154680"/>
            <a:ext cx="4999491" cy="973836"/>
          </a:xfrm>
          <a:prstGeom prst="rect">
            <a:avLst/>
          </a:prstGeom>
          <a:solidFill>
            <a:srgbClr val="161B22"/>
          </a:solidFill>
          <a:ln w="12700">
            <a:solidFill>
              <a:srgbClr val="3036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033272" y="3355848"/>
            <a:ext cx="4487427" cy="571500"/>
          </a:xfrm>
          <a:prstGeom prst="rect">
            <a:avLst/>
          </a:prstGeom>
          <a:noFill/>
        </p:spPr>
        <p:txBody>
          <a:bodyPr wrap="square" lIns="0" tIns="0" rIns="0" bIns="0" anchor="t">
            <a:spAutoFit/>
          </a:bodyPr>
          <a:lstStyle/>
          <a:p>
            <a:pPr algn="l">
              <a:lnSpc>
                <a:spcPct val="100000"/>
              </a:lnSpc>
              <a:spcAft>
                <a:spcPts val="0"/>
              </a:spcAft>
            </a:pPr>
            <a:r>
              <a:rPr sz="1200" b="0" i="0">
                <a:solidFill>
                  <a:srgbClr val="E6EDF3"/>
                </a:solidFill>
                <a:latin typeface="Consolas"/>
              </a:rPr>
              <a:t>hull 86 · reactor 30 · alert RED</a:t>
            </a:r>
          </a:p>
          <a:p>
            <a:pPr algn="l">
              <a:lnSpc>
                <a:spcPct val="100000"/>
              </a:lnSpc>
              <a:spcAft>
                <a:spcPts val="0"/>
              </a:spcAft>
            </a:pPr>
            <a:r>
              <a:rPr sz="1200" b="0" i="0">
                <a:solidFill>
                  <a:srgbClr val="E6EDF3"/>
                </a:solidFill>
                <a:latin typeface="Consolas"/>
              </a:rPr>
              <a:t>Section C — breached, venting, 3 crew inside</a:t>
            </a:r>
          </a:p>
          <a:p>
            <a:pPr algn="l">
              <a:lnSpc>
                <a:spcPct val="100000"/>
              </a:lnSpc>
              <a:spcAft>
                <a:spcPts val="0"/>
              </a:spcAft>
            </a:pPr>
            <a:r>
              <a:rPr sz="1200" b="0" i="0">
                <a:solidFill>
                  <a:srgbClr val="E6EDF3"/>
                </a:solidFill>
                <a:latin typeface="Consolas"/>
              </a:rPr>
              <a:t>1 contact on the plot, not swept since T000</a:t>
            </a:r>
          </a:p>
        </p:txBody>
      </p:sp>
      <p:sp>
        <p:nvSpPr>
          <p:cNvPr id="7" name="Rectangle 6"/>
          <p:cNvSpPr/>
          <p:nvPr/>
        </p:nvSpPr>
        <p:spPr>
          <a:xfrm>
            <a:off x="6095847" y="1874519"/>
            <a:ext cx="19050" cy="2286000"/>
          </a:xfrm>
          <a:prstGeom prst="rect">
            <a:avLst/>
          </a:prstGeom>
          <a:solidFill>
            <a:srgbClr val="3036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627708" y="1874519"/>
            <a:ext cx="4786746" cy="822960"/>
          </a:xfrm>
          <a:prstGeom prst="rect">
            <a:avLst/>
          </a:prstGeom>
          <a:noFill/>
        </p:spPr>
        <p:txBody>
          <a:bodyPr wrap="square" lIns="0" tIns="0" rIns="0" bIns="0" anchor="t">
            <a:spAutoFit/>
          </a:bodyPr>
          <a:lstStyle/>
          <a:p>
            <a:pPr algn="l">
              <a:lnSpc>
                <a:spcPct val="125000"/>
              </a:lnSpc>
              <a:spcAft>
                <a:spcPts val="1000"/>
              </a:spcAft>
            </a:pPr>
            <a:r>
              <a:rPr sz="1500" b="1" i="0">
                <a:solidFill>
                  <a:srgbClr val="F0B429"/>
                </a:solidFill>
                <a:latin typeface="Consolas"/>
              </a:rPr>
              <a:t>WHEN IT ASKS</a:t>
            </a:r>
          </a:p>
          <a:p>
            <a:pPr algn="l">
              <a:lnSpc>
                <a:spcPct val="125000"/>
              </a:lnSpc>
              <a:spcAft>
                <a:spcPts val="1000"/>
              </a:spcAft>
            </a:pPr>
            <a:r>
              <a:rPr sz="2000" b="0" i="0">
                <a:solidFill>
                  <a:srgbClr val="E6EDF3"/>
                </a:solidFill>
                <a:latin typeface="Segoe UI"/>
              </a:rPr>
              <a:t>Everything else. It calls a tool when it wants detail.</a:t>
            </a:r>
          </a:p>
        </p:txBody>
      </p:sp>
      <p:sp>
        <p:nvSpPr>
          <p:cNvPr id="9" name="Rectangle 8"/>
          <p:cNvSpPr/>
          <p:nvPr/>
        </p:nvSpPr>
        <p:spPr>
          <a:xfrm>
            <a:off x="6627708" y="3154680"/>
            <a:ext cx="4786746" cy="973836"/>
          </a:xfrm>
          <a:prstGeom prst="rect">
            <a:avLst/>
          </a:prstGeom>
          <a:solidFill>
            <a:srgbClr val="161B22"/>
          </a:solidFill>
          <a:ln w="12700">
            <a:solidFill>
              <a:srgbClr val="3036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883740" y="3355848"/>
            <a:ext cx="4274682" cy="571500"/>
          </a:xfrm>
          <a:prstGeom prst="rect">
            <a:avLst/>
          </a:prstGeom>
          <a:noFill/>
        </p:spPr>
        <p:txBody>
          <a:bodyPr wrap="square" lIns="0" tIns="0" rIns="0" bIns="0" anchor="t">
            <a:spAutoFit/>
          </a:bodyPr>
          <a:lstStyle/>
          <a:p>
            <a:pPr algn="l">
              <a:lnSpc>
                <a:spcPct val="100000"/>
              </a:lnSpc>
              <a:spcAft>
                <a:spcPts val="0"/>
              </a:spcAft>
            </a:pPr>
            <a:r>
              <a:rPr sz="1200" b="0" i="0">
                <a:solidFill>
                  <a:srgbClr val="E6EDF3"/>
                </a:solidFill>
                <a:latin typeface="Consolas"/>
              </a:rPr>
              <a:t>who exactly is in Section C?</a:t>
            </a:r>
          </a:p>
          <a:p>
            <a:pPr algn="l">
              <a:lnSpc>
                <a:spcPct val="100000"/>
              </a:lnSpc>
              <a:spcAft>
                <a:spcPts val="0"/>
              </a:spcAft>
            </a:pPr>
            <a:r>
              <a:rPr sz="1200" b="0" i="0">
                <a:solidFill>
                  <a:srgbClr val="E6EDF3"/>
                </a:solidFill>
                <a:latin typeface="Consolas"/>
              </a:rPr>
              <a:t>what is that contact?</a:t>
            </a:r>
          </a:p>
          <a:p>
            <a:pPr algn="l">
              <a:lnSpc>
                <a:spcPct val="100000"/>
              </a:lnSpc>
              <a:spcAft>
                <a:spcPts val="0"/>
              </a:spcAft>
            </a:pPr>
            <a:r>
              <a:rPr sz="1200" b="0" i="0">
                <a:solidFill>
                  <a:srgbClr val="E6EDF3"/>
                </a:solidFill>
                <a:latin typeface="Consolas"/>
              </a:rPr>
              <a:t>what did I miss while I wasn't looking?</a:t>
            </a:r>
          </a:p>
        </p:txBody>
      </p:sp>
      <p:sp>
        <p:nvSpPr>
          <p:cNvPr id="11" name="TextBox 10"/>
          <p:cNvSpPr txBox="1"/>
          <p:nvPr/>
        </p:nvSpPr>
        <p:spPr>
          <a:xfrm>
            <a:off x="777240" y="4709160"/>
            <a:ext cx="10637215" cy="640080"/>
          </a:xfrm>
          <a:prstGeom prst="rect">
            <a:avLst/>
          </a:prstGeom>
          <a:noFill/>
        </p:spPr>
        <p:txBody>
          <a:bodyPr wrap="square" lIns="0" tIns="0" rIns="0" bIns="0" anchor="t">
            <a:spAutoFit/>
          </a:bodyPr>
          <a:lstStyle/>
          <a:p>
            <a:pPr algn="l">
              <a:lnSpc>
                <a:spcPct val="115000"/>
              </a:lnSpc>
              <a:spcAft>
                <a:spcPts val="800"/>
              </a:spcAft>
            </a:pPr>
            <a:r>
              <a:rPr sz="2200" b="1" i="0">
                <a:solidFill>
                  <a:srgbClr val="E6EDF3"/>
                </a:solidFill>
                <a:latin typeface="Segoe UI"/>
              </a:rPr>
              <a:t>It never asked about the freighter, because nobody told it there was one.</a:t>
            </a:r>
          </a:p>
        </p:txBody>
      </p:sp>
      <p:sp>
        <p:nvSpPr>
          <p:cNvPr id="12" name="TextBox 11"/>
          <p:cNvSpPr txBox="1"/>
          <p:nvPr/>
        </p:nvSpPr>
        <p:spPr>
          <a:xfrm>
            <a:off x="777240" y="5486400"/>
            <a:ext cx="10637215" cy="822960"/>
          </a:xfrm>
          <a:prstGeom prst="rect">
            <a:avLst/>
          </a:prstGeom>
          <a:noFill/>
        </p:spPr>
        <p:txBody>
          <a:bodyPr wrap="square" lIns="0" tIns="0" rIns="0" bIns="0" anchor="t">
            <a:spAutoFit/>
          </a:bodyPr>
          <a:lstStyle/>
          <a:p>
            <a:pPr algn="l">
              <a:lnSpc>
                <a:spcPct val="125000"/>
              </a:lnSpc>
              <a:spcAft>
                <a:spcPts val="600"/>
              </a:spcAft>
            </a:pPr>
            <a:r>
              <a:rPr sz="1600" b="0" i="0">
                <a:solidFill>
                  <a:srgbClr val="8B949E"/>
                </a:solidFill>
                <a:latin typeface="Segoe UI"/>
              </a:rPr>
              <a:t>Not a </a:t>
            </a:r>
            <a:r>
              <a:rPr sz="1600" b="0" i="0">
                <a:solidFill>
                  <a:srgbClr val="F0B429"/>
                </a:solidFill>
                <a:latin typeface="Consolas"/>
              </a:rPr>
              <a:t>GetShipStatus</a:t>
            </a:r>
            <a:r>
              <a:rPr sz="1600" b="0" i="0">
                <a:solidFill>
                  <a:srgbClr val="8B949E"/>
                </a:solidFill>
                <a:latin typeface="Segoe UI"/>
              </a:rPr>
              <a:t> tool call: force one every turn and this block is the answer you already know — you would just be paying for a round trip and faking that the agent asked.</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8AEB5F-14CE-2215-A109-2F9E8BECB873}"/>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1BC7CA08-51E7-CF52-F144-947AAAF8DF64}"/>
              </a:ext>
            </a:extLst>
          </p:cNvPr>
          <p:cNvSpPr/>
          <p:nvPr/>
        </p:nvSpPr>
        <p:spPr>
          <a:xfrm>
            <a:off x="0" y="0"/>
            <a:ext cx="146304" cy="6858000"/>
          </a:xfrm>
          <a:prstGeom prst="rect">
            <a:avLst/>
          </a:prstGeom>
          <a:solidFill>
            <a:srgbClr val="58A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a:extLst>
              <a:ext uri="{FF2B5EF4-FFF2-40B4-BE49-F238E27FC236}">
                <a16:creationId xmlns:a16="http://schemas.microsoft.com/office/drawing/2014/main" id="{5C4A47D1-B595-E0AB-C255-EB86689BB154}"/>
              </a:ext>
            </a:extLst>
          </p:cNvPr>
          <p:cNvSpPr txBox="1"/>
          <p:nvPr/>
        </p:nvSpPr>
        <p:spPr>
          <a:xfrm>
            <a:off x="777240" y="2560320"/>
            <a:ext cx="10637215" cy="2105128"/>
          </a:xfrm>
          <a:prstGeom prst="rect">
            <a:avLst/>
          </a:prstGeom>
          <a:noFill/>
        </p:spPr>
        <p:txBody>
          <a:bodyPr wrap="square" lIns="0" tIns="0" rIns="0" bIns="0" anchor="t">
            <a:spAutoFit/>
          </a:bodyPr>
          <a:lstStyle/>
          <a:p>
            <a:pPr algn="l">
              <a:lnSpc>
                <a:spcPct val="110000"/>
              </a:lnSpc>
              <a:spcAft>
                <a:spcPts val="1600"/>
              </a:spcAft>
            </a:pPr>
            <a:r>
              <a:rPr sz="2000" b="1" i="0" dirty="0">
                <a:solidFill>
                  <a:srgbClr val="58A6FF"/>
                </a:solidFill>
                <a:latin typeface="Consolas"/>
              </a:rPr>
              <a:t>0</a:t>
            </a:r>
            <a:r>
              <a:rPr lang="en-AU" sz="2000" b="1" i="0" dirty="0">
                <a:solidFill>
                  <a:srgbClr val="58A6FF"/>
                </a:solidFill>
                <a:latin typeface="Consolas"/>
              </a:rPr>
              <a:t>7</a:t>
            </a:r>
            <a:endParaRPr sz="2000" b="1" i="0" dirty="0">
              <a:solidFill>
                <a:srgbClr val="58A6FF"/>
              </a:solidFill>
              <a:latin typeface="Consolas"/>
            </a:endParaRPr>
          </a:p>
          <a:p>
            <a:pPr algn="l">
              <a:lnSpc>
                <a:spcPct val="110000"/>
              </a:lnSpc>
              <a:spcAft>
                <a:spcPts val="1600"/>
              </a:spcAft>
            </a:pPr>
            <a:r>
              <a:rPr lang="en-AU" sz="5800" b="1" i="0" dirty="0">
                <a:solidFill>
                  <a:srgbClr val="E6EDF3"/>
                </a:solidFill>
                <a:latin typeface="Segoe UI"/>
              </a:rPr>
              <a:t>More learnings</a:t>
            </a:r>
            <a:endParaRPr sz="5800" b="1" i="0" dirty="0">
              <a:solidFill>
                <a:srgbClr val="E6EDF3"/>
              </a:solidFill>
              <a:latin typeface="Segoe UI"/>
            </a:endParaRPr>
          </a:p>
          <a:p>
            <a:pPr algn="l">
              <a:lnSpc>
                <a:spcPct val="110000"/>
              </a:lnSpc>
              <a:spcAft>
                <a:spcPts val="1600"/>
              </a:spcAft>
            </a:pPr>
            <a:r>
              <a:rPr lang="en-AU" sz="2400" b="0" i="0" dirty="0">
                <a:solidFill>
                  <a:srgbClr val="8B949E"/>
                </a:solidFill>
                <a:latin typeface="Segoe UI"/>
              </a:rPr>
              <a:t>Other design decisions to consider</a:t>
            </a:r>
            <a:endParaRPr sz="2400" b="0" i="0" dirty="0">
              <a:solidFill>
                <a:srgbClr val="8B949E"/>
              </a:solidFill>
              <a:latin typeface="Segoe UI"/>
            </a:endParaRPr>
          </a:p>
        </p:txBody>
      </p:sp>
    </p:spTree>
    <p:extLst>
      <p:ext uri="{BB962C8B-B14F-4D97-AF65-F5344CB8AC3E}">
        <p14:creationId xmlns:p14="http://schemas.microsoft.com/office/powerpoint/2010/main" val="100621232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0D1117"/>
        </a:solidFill>
        <a:effectLst/>
      </p:bgPr>
    </p:bg>
    <p:spTree>
      <p:nvGrpSpPr>
        <p:cNvPr id="1" name=""/>
        <p:cNvGrpSpPr/>
        <p:nvPr/>
      </p:nvGrpSpPr>
      <p:grpSpPr>
        <a:xfrm>
          <a:off x="0" y="0"/>
          <a:ext cx="0" cy="0"/>
          <a:chOff x="0" y="0"/>
          <a:chExt cx="0" cy="0"/>
        </a:xfrm>
      </p:grpSpPr>
      <p:sp>
        <p:nvSpPr>
          <p:cNvPr id="2" name="TextBox 1"/>
          <p:cNvSpPr txBox="1"/>
          <p:nvPr/>
        </p:nvSpPr>
        <p:spPr>
          <a:xfrm>
            <a:off x="777240" y="502920"/>
            <a:ext cx="10637215" cy="210314"/>
          </a:xfrm>
          <a:prstGeom prst="rect">
            <a:avLst/>
          </a:prstGeom>
          <a:noFill/>
        </p:spPr>
        <p:txBody>
          <a:bodyPr wrap="square" lIns="0" tIns="0" rIns="0" bIns="0" anchor="t">
            <a:spAutoFit/>
          </a:bodyPr>
          <a:lstStyle/>
          <a:p>
            <a:pPr algn="l">
              <a:lnSpc>
                <a:spcPct val="115000"/>
              </a:lnSpc>
              <a:spcAft>
                <a:spcPts val="800"/>
              </a:spcAft>
            </a:pPr>
            <a:r>
              <a:rPr lang="en-AU" sz="1300" b="1" i="0" dirty="0">
                <a:solidFill>
                  <a:srgbClr val="F0B429"/>
                </a:solidFill>
                <a:latin typeface="Segoe UI"/>
              </a:rPr>
              <a:t>O</a:t>
            </a:r>
            <a:r>
              <a:rPr sz="1300" b="1" i="0" dirty="0">
                <a:solidFill>
                  <a:srgbClr val="F0B429"/>
                </a:solidFill>
                <a:latin typeface="Segoe UI"/>
              </a:rPr>
              <a:t>NCE IT CAN SEE, IT CAN ACT</a:t>
            </a:r>
          </a:p>
        </p:txBody>
      </p:sp>
      <p:sp>
        <p:nvSpPr>
          <p:cNvPr id="3" name="TextBox 2"/>
          <p:cNvSpPr txBox="1"/>
          <p:nvPr/>
        </p:nvSpPr>
        <p:spPr>
          <a:xfrm>
            <a:off x="777240" y="914400"/>
            <a:ext cx="10637215" cy="1005840"/>
          </a:xfrm>
          <a:prstGeom prst="rect">
            <a:avLst/>
          </a:prstGeom>
          <a:noFill/>
        </p:spPr>
        <p:txBody>
          <a:bodyPr wrap="square" lIns="0" tIns="0" rIns="0" bIns="0" anchor="t">
            <a:spAutoFit/>
          </a:bodyPr>
          <a:lstStyle/>
          <a:p>
            <a:pPr algn="l">
              <a:lnSpc>
                <a:spcPct val="115000"/>
              </a:lnSpc>
              <a:spcAft>
                <a:spcPts val="800"/>
              </a:spcAft>
            </a:pPr>
            <a:r>
              <a:rPr sz="3800" b="1" i="0">
                <a:solidFill>
                  <a:srgbClr val="E6EDF3"/>
                </a:solidFill>
                <a:latin typeface="Segoe UI"/>
              </a:rPr>
              <a:t>Gate by consequence, not by category</a:t>
            </a:r>
          </a:p>
        </p:txBody>
      </p:sp>
      <p:sp>
        <p:nvSpPr>
          <p:cNvPr id="4" name="TextBox 3"/>
          <p:cNvSpPr txBox="1"/>
          <p:nvPr/>
        </p:nvSpPr>
        <p:spPr>
          <a:xfrm>
            <a:off x="777240" y="2103120"/>
            <a:ext cx="3429000" cy="384048"/>
          </a:xfrm>
          <a:prstGeom prst="rect">
            <a:avLst/>
          </a:prstGeom>
          <a:noFill/>
        </p:spPr>
        <p:txBody>
          <a:bodyPr wrap="square" lIns="0" tIns="0" rIns="0" bIns="0" anchor="t">
            <a:spAutoFit/>
          </a:bodyPr>
          <a:lstStyle/>
          <a:p>
            <a:pPr algn="l">
              <a:lnSpc>
                <a:spcPct val="115000"/>
              </a:lnSpc>
              <a:spcAft>
                <a:spcPts val="800"/>
              </a:spcAft>
            </a:pPr>
            <a:r>
              <a:rPr sz="1400" b="1" i="0">
                <a:solidFill>
                  <a:srgbClr val="F0B429"/>
                </a:solidFill>
                <a:latin typeface="Segoe UI"/>
              </a:rPr>
              <a:t>TIER</a:t>
            </a:r>
          </a:p>
        </p:txBody>
      </p:sp>
      <p:sp>
        <p:nvSpPr>
          <p:cNvPr id="5" name="TextBox 4"/>
          <p:cNvSpPr txBox="1"/>
          <p:nvPr/>
        </p:nvSpPr>
        <p:spPr>
          <a:xfrm>
            <a:off x="4343400" y="2103120"/>
            <a:ext cx="4983480" cy="384048"/>
          </a:xfrm>
          <a:prstGeom prst="rect">
            <a:avLst/>
          </a:prstGeom>
          <a:noFill/>
        </p:spPr>
        <p:txBody>
          <a:bodyPr wrap="square" lIns="0" tIns="0" rIns="0" bIns="0" anchor="t">
            <a:spAutoFit/>
          </a:bodyPr>
          <a:lstStyle/>
          <a:p>
            <a:pPr algn="l">
              <a:lnSpc>
                <a:spcPct val="115000"/>
              </a:lnSpc>
              <a:spcAft>
                <a:spcPts val="800"/>
              </a:spcAft>
            </a:pPr>
            <a:r>
              <a:rPr sz="1400" b="1" i="0">
                <a:solidFill>
                  <a:srgbClr val="F0B429"/>
                </a:solidFill>
                <a:latin typeface="Segoe UI"/>
              </a:rPr>
              <a:t>TOOLS</a:t>
            </a:r>
          </a:p>
        </p:txBody>
      </p:sp>
      <p:sp>
        <p:nvSpPr>
          <p:cNvPr id="6" name="TextBox 5"/>
          <p:cNvSpPr txBox="1"/>
          <p:nvPr/>
        </p:nvSpPr>
        <p:spPr>
          <a:xfrm>
            <a:off x="9464040" y="2103120"/>
            <a:ext cx="1783080" cy="384048"/>
          </a:xfrm>
          <a:prstGeom prst="rect">
            <a:avLst/>
          </a:prstGeom>
          <a:noFill/>
        </p:spPr>
        <p:txBody>
          <a:bodyPr wrap="square" lIns="0" tIns="0" rIns="0" bIns="0" anchor="t">
            <a:spAutoFit/>
          </a:bodyPr>
          <a:lstStyle/>
          <a:p>
            <a:pPr algn="l">
              <a:lnSpc>
                <a:spcPct val="115000"/>
              </a:lnSpc>
              <a:spcAft>
                <a:spcPts val="800"/>
              </a:spcAft>
            </a:pPr>
            <a:r>
              <a:rPr sz="1400" b="1" i="0">
                <a:solidFill>
                  <a:srgbClr val="F0B429"/>
                </a:solidFill>
                <a:latin typeface="Segoe UI"/>
              </a:rPr>
              <a:t>STATUS</a:t>
            </a:r>
          </a:p>
        </p:txBody>
      </p:sp>
      <p:sp>
        <p:nvSpPr>
          <p:cNvPr id="7" name="Rectangle 6"/>
          <p:cNvSpPr/>
          <p:nvPr/>
        </p:nvSpPr>
        <p:spPr>
          <a:xfrm>
            <a:off x="777240" y="2450592"/>
            <a:ext cx="10637215" cy="19050"/>
          </a:xfrm>
          <a:prstGeom prst="rect">
            <a:avLst/>
          </a:prstGeom>
          <a:solidFill>
            <a:srgbClr val="3036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77240" y="2633472"/>
            <a:ext cx="3401568" cy="384048"/>
          </a:xfrm>
          <a:prstGeom prst="rect">
            <a:avLst/>
          </a:prstGeom>
          <a:noFill/>
        </p:spPr>
        <p:txBody>
          <a:bodyPr wrap="square" lIns="0" tIns="0" rIns="0" bIns="0" anchor="t">
            <a:spAutoFit/>
          </a:bodyPr>
          <a:lstStyle/>
          <a:p>
            <a:pPr algn="l">
              <a:lnSpc>
                <a:spcPct val="105000"/>
              </a:lnSpc>
              <a:spcAft>
                <a:spcPts val="800"/>
              </a:spcAft>
            </a:pPr>
            <a:r>
              <a:rPr sz="1500" b="1" i="0">
                <a:solidFill>
                  <a:srgbClr val="3FB950"/>
                </a:solidFill>
                <a:latin typeface="Segoe UI"/>
              </a:rPr>
              <a:t>Read-only, auto-approved</a:t>
            </a:r>
          </a:p>
        </p:txBody>
      </p:sp>
      <p:sp>
        <p:nvSpPr>
          <p:cNvPr id="9" name="TextBox 8"/>
          <p:cNvSpPr txBox="1"/>
          <p:nvPr/>
        </p:nvSpPr>
        <p:spPr>
          <a:xfrm>
            <a:off x="4343400" y="2633472"/>
            <a:ext cx="4956048" cy="384048"/>
          </a:xfrm>
          <a:prstGeom prst="rect">
            <a:avLst/>
          </a:prstGeom>
          <a:noFill/>
        </p:spPr>
        <p:txBody>
          <a:bodyPr wrap="square" lIns="0" tIns="0" rIns="0" bIns="0" anchor="t">
            <a:spAutoFit/>
          </a:bodyPr>
          <a:lstStyle/>
          <a:p>
            <a:pPr algn="l">
              <a:lnSpc>
                <a:spcPct val="105000"/>
              </a:lnSpc>
              <a:spcAft>
                <a:spcPts val="800"/>
              </a:spcAft>
            </a:pPr>
            <a:r>
              <a:rPr sz="1300" b="0" i="0">
                <a:solidFill>
                  <a:srgbClr val="E6EDF3"/>
                </a:solidFill>
                <a:latin typeface="Consolas"/>
              </a:rPr>
              <a:t>ScanSector · AnalyseContact · QueryCrewManifest · ReadShipLog</a:t>
            </a:r>
          </a:p>
        </p:txBody>
      </p:sp>
      <p:sp>
        <p:nvSpPr>
          <p:cNvPr id="10" name="TextBox 9"/>
          <p:cNvSpPr txBox="1"/>
          <p:nvPr/>
        </p:nvSpPr>
        <p:spPr>
          <a:xfrm>
            <a:off x="9464040" y="2633472"/>
            <a:ext cx="1755648" cy="384048"/>
          </a:xfrm>
          <a:prstGeom prst="rect">
            <a:avLst/>
          </a:prstGeom>
          <a:noFill/>
        </p:spPr>
        <p:txBody>
          <a:bodyPr wrap="square" lIns="0" tIns="0" rIns="0" bIns="0" anchor="t">
            <a:spAutoFit/>
          </a:bodyPr>
          <a:lstStyle/>
          <a:p>
            <a:pPr algn="l">
              <a:lnSpc>
                <a:spcPct val="105000"/>
              </a:lnSpc>
              <a:spcAft>
                <a:spcPts val="800"/>
              </a:spcAft>
            </a:pPr>
            <a:r>
              <a:rPr sz="1400" b="0" i="0">
                <a:solidFill>
                  <a:srgbClr val="8B949E"/>
                </a:solidFill>
                <a:latin typeface="Segoe UI"/>
              </a:rPr>
              <a:t>built</a:t>
            </a:r>
          </a:p>
        </p:txBody>
      </p:sp>
      <p:sp>
        <p:nvSpPr>
          <p:cNvPr id="11" name="Rectangle 10"/>
          <p:cNvSpPr/>
          <p:nvPr/>
        </p:nvSpPr>
        <p:spPr>
          <a:xfrm>
            <a:off x="777240" y="3200400"/>
            <a:ext cx="10637215" cy="19050"/>
          </a:xfrm>
          <a:prstGeom prst="rect">
            <a:avLst/>
          </a:prstGeom>
          <a:solidFill>
            <a:srgbClr val="2126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77240" y="3319272"/>
            <a:ext cx="3401568" cy="384048"/>
          </a:xfrm>
          <a:prstGeom prst="rect">
            <a:avLst/>
          </a:prstGeom>
          <a:noFill/>
        </p:spPr>
        <p:txBody>
          <a:bodyPr wrap="square" lIns="0" tIns="0" rIns="0" bIns="0" anchor="t">
            <a:spAutoFit/>
          </a:bodyPr>
          <a:lstStyle/>
          <a:p>
            <a:pPr algn="l">
              <a:lnSpc>
                <a:spcPct val="105000"/>
              </a:lnSpc>
              <a:spcAft>
                <a:spcPts val="800"/>
              </a:spcAft>
            </a:pPr>
            <a:r>
              <a:rPr sz="1500" b="1" i="0">
                <a:solidFill>
                  <a:srgbClr val="F0B429"/>
                </a:solidFill>
                <a:latin typeface="Segoe UI"/>
              </a:rPr>
              <a:t>Consequential, reversible, gated</a:t>
            </a:r>
          </a:p>
        </p:txBody>
      </p:sp>
      <p:sp>
        <p:nvSpPr>
          <p:cNvPr id="13" name="TextBox 12"/>
          <p:cNvSpPr txBox="1"/>
          <p:nvPr/>
        </p:nvSpPr>
        <p:spPr>
          <a:xfrm>
            <a:off x="4343400" y="3319272"/>
            <a:ext cx="4956048" cy="384048"/>
          </a:xfrm>
          <a:prstGeom prst="rect">
            <a:avLst/>
          </a:prstGeom>
          <a:noFill/>
        </p:spPr>
        <p:txBody>
          <a:bodyPr wrap="square" lIns="0" tIns="0" rIns="0" bIns="0" anchor="t">
            <a:spAutoFit/>
          </a:bodyPr>
          <a:lstStyle/>
          <a:p>
            <a:pPr algn="l">
              <a:lnSpc>
                <a:spcPct val="105000"/>
              </a:lnSpc>
              <a:spcAft>
                <a:spcPts val="800"/>
              </a:spcAft>
            </a:pPr>
            <a:r>
              <a:rPr sz="1300" b="0" i="0">
                <a:solidFill>
                  <a:srgbClr val="E6EDF3"/>
                </a:solidFill>
                <a:latin typeface="Consolas"/>
              </a:rPr>
              <a:t>RoutePower · PlotJump · SealBulkhead</a:t>
            </a:r>
          </a:p>
        </p:txBody>
      </p:sp>
      <p:sp>
        <p:nvSpPr>
          <p:cNvPr id="14" name="TextBox 13"/>
          <p:cNvSpPr txBox="1"/>
          <p:nvPr/>
        </p:nvSpPr>
        <p:spPr>
          <a:xfrm>
            <a:off x="9464040" y="3319272"/>
            <a:ext cx="1755648" cy="384048"/>
          </a:xfrm>
          <a:prstGeom prst="rect">
            <a:avLst/>
          </a:prstGeom>
          <a:noFill/>
        </p:spPr>
        <p:txBody>
          <a:bodyPr wrap="square" lIns="0" tIns="0" rIns="0" bIns="0" anchor="t">
            <a:spAutoFit/>
          </a:bodyPr>
          <a:lstStyle/>
          <a:p>
            <a:pPr algn="l">
              <a:lnSpc>
                <a:spcPct val="105000"/>
              </a:lnSpc>
              <a:spcAft>
                <a:spcPts val="800"/>
              </a:spcAft>
            </a:pPr>
            <a:r>
              <a:rPr sz="1400" b="0" i="0">
                <a:solidFill>
                  <a:srgbClr val="8B949E"/>
                </a:solidFill>
                <a:latin typeface="Segoe UI"/>
              </a:rPr>
              <a:t>in domain · m3</a:t>
            </a:r>
          </a:p>
        </p:txBody>
      </p:sp>
      <p:sp>
        <p:nvSpPr>
          <p:cNvPr id="15" name="Rectangle 14"/>
          <p:cNvSpPr/>
          <p:nvPr/>
        </p:nvSpPr>
        <p:spPr>
          <a:xfrm>
            <a:off x="777240" y="3621024"/>
            <a:ext cx="10637215" cy="19050"/>
          </a:xfrm>
          <a:prstGeom prst="rect">
            <a:avLst/>
          </a:prstGeom>
          <a:solidFill>
            <a:srgbClr val="2126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777240" y="3739896"/>
            <a:ext cx="3401568" cy="384048"/>
          </a:xfrm>
          <a:prstGeom prst="rect">
            <a:avLst/>
          </a:prstGeom>
          <a:noFill/>
        </p:spPr>
        <p:txBody>
          <a:bodyPr wrap="square" lIns="0" tIns="0" rIns="0" bIns="0" anchor="t">
            <a:spAutoFit/>
          </a:bodyPr>
          <a:lstStyle/>
          <a:p>
            <a:pPr algn="l">
              <a:lnSpc>
                <a:spcPct val="105000"/>
              </a:lnSpc>
              <a:spcAft>
                <a:spcPts val="800"/>
              </a:spcAft>
            </a:pPr>
            <a:r>
              <a:rPr sz="1500" b="1" i="0">
                <a:solidFill>
                  <a:srgbClr val="F85149"/>
                </a:solidFill>
                <a:latin typeface="Segoe UI"/>
              </a:rPr>
              <a:t>Lethal, gated</a:t>
            </a:r>
          </a:p>
        </p:txBody>
      </p:sp>
      <p:sp>
        <p:nvSpPr>
          <p:cNvPr id="17" name="TextBox 16"/>
          <p:cNvSpPr txBox="1"/>
          <p:nvPr/>
        </p:nvSpPr>
        <p:spPr>
          <a:xfrm>
            <a:off x="4343400" y="3739896"/>
            <a:ext cx="4956048" cy="384048"/>
          </a:xfrm>
          <a:prstGeom prst="rect">
            <a:avLst/>
          </a:prstGeom>
          <a:noFill/>
        </p:spPr>
        <p:txBody>
          <a:bodyPr wrap="square" lIns="0" tIns="0" rIns="0" bIns="0" anchor="t">
            <a:spAutoFit/>
          </a:bodyPr>
          <a:lstStyle/>
          <a:p>
            <a:pPr algn="l">
              <a:lnSpc>
                <a:spcPct val="105000"/>
              </a:lnSpc>
              <a:spcAft>
                <a:spcPts val="800"/>
              </a:spcAft>
            </a:pPr>
            <a:r>
              <a:rPr sz="1300" b="0" i="0">
                <a:solidFill>
                  <a:srgbClr val="E6EDF3"/>
                </a:solidFill>
                <a:latin typeface="Consolas"/>
              </a:rPr>
              <a:t>VentAtmosphere</a:t>
            </a:r>
          </a:p>
        </p:txBody>
      </p:sp>
      <p:sp>
        <p:nvSpPr>
          <p:cNvPr id="18" name="TextBox 17"/>
          <p:cNvSpPr txBox="1"/>
          <p:nvPr/>
        </p:nvSpPr>
        <p:spPr>
          <a:xfrm>
            <a:off x="9464040" y="3739896"/>
            <a:ext cx="1755648" cy="384048"/>
          </a:xfrm>
          <a:prstGeom prst="rect">
            <a:avLst/>
          </a:prstGeom>
          <a:noFill/>
        </p:spPr>
        <p:txBody>
          <a:bodyPr wrap="square" lIns="0" tIns="0" rIns="0" bIns="0" anchor="t">
            <a:spAutoFit/>
          </a:bodyPr>
          <a:lstStyle/>
          <a:p>
            <a:pPr algn="l">
              <a:lnSpc>
                <a:spcPct val="105000"/>
              </a:lnSpc>
              <a:spcAft>
                <a:spcPts val="800"/>
              </a:spcAft>
            </a:pPr>
            <a:r>
              <a:rPr sz="1400" b="0" i="0">
                <a:solidFill>
                  <a:srgbClr val="8B949E"/>
                </a:solidFill>
                <a:latin typeface="Segoe UI"/>
              </a:rPr>
              <a:t>in domain · m3</a:t>
            </a:r>
          </a:p>
        </p:txBody>
      </p:sp>
      <p:sp>
        <p:nvSpPr>
          <p:cNvPr id="19" name="Rectangle 18"/>
          <p:cNvSpPr/>
          <p:nvPr/>
        </p:nvSpPr>
        <p:spPr>
          <a:xfrm>
            <a:off x="777240" y="4041648"/>
            <a:ext cx="10637215" cy="19050"/>
          </a:xfrm>
          <a:prstGeom prst="rect">
            <a:avLst/>
          </a:prstGeom>
          <a:solidFill>
            <a:srgbClr val="2126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777240" y="4480560"/>
            <a:ext cx="54864" cy="1335024"/>
          </a:xfrm>
          <a:prstGeom prst="rect">
            <a:avLst/>
          </a:prstGeom>
          <a:solidFill>
            <a:srgbClr val="3FB9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1188720" y="4480560"/>
            <a:ext cx="10225735" cy="1335024"/>
          </a:xfrm>
          <a:prstGeom prst="rect">
            <a:avLst/>
          </a:prstGeom>
          <a:noFill/>
        </p:spPr>
        <p:txBody>
          <a:bodyPr wrap="square" lIns="0" tIns="0" rIns="0" bIns="0" anchor="t">
            <a:spAutoFit/>
          </a:bodyPr>
          <a:lstStyle/>
          <a:p>
            <a:pPr algn="l">
              <a:lnSpc>
                <a:spcPct val="125000"/>
              </a:lnSpc>
              <a:spcAft>
                <a:spcPts val="400"/>
              </a:spcAft>
            </a:pPr>
            <a:r>
              <a:rPr sz="1800" b="0" i="1" dirty="0">
                <a:solidFill>
                  <a:srgbClr val="E6EDF3"/>
                </a:solidFill>
                <a:latin typeface="Segoe UI"/>
              </a:rPr>
              <a:t>"State the consequence plainly and completely — what changes, whether</a:t>
            </a:r>
          </a:p>
          <a:p>
            <a:pPr algn="l">
              <a:lnSpc>
                <a:spcPct val="125000"/>
              </a:lnSpc>
              <a:spcAft>
                <a:spcPts val="400"/>
              </a:spcAft>
            </a:pPr>
            <a:r>
              <a:rPr sz="1800" b="0" i="1" dirty="0">
                <a:solidFill>
                  <a:srgbClr val="E6EDF3"/>
                </a:solidFill>
                <a:latin typeface="Segoe UI"/>
              </a:rPr>
              <a:t> it can be undone, and who is standing in the affected compartment —</a:t>
            </a:r>
          </a:p>
          <a:p>
            <a:pPr algn="l">
              <a:lnSpc>
                <a:spcPct val="125000"/>
              </a:lnSpc>
              <a:spcAft>
                <a:spcPts val="400"/>
              </a:spcAft>
            </a:pPr>
            <a:r>
              <a:rPr sz="1800" b="0" i="1" dirty="0">
                <a:solidFill>
                  <a:srgbClr val="E6EDF3"/>
                </a:solidFill>
                <a:latin typeface="Segoe UI"/>
              </a:rPr>
              <a:t> then wait. Do not argue, do not re-request, and do not soften the</a:t>
            </a:r>
          </a:p>
          <a:p>
            <a:pPr algn="l">
              <a:lnSpc>
                <a:spcPct val="125000"/>
              </a:lnSpc>
              <a:spcAft>
                <a:spcPts val="400"/>
              </a:spcAft>
            </a:pPr>
            <a:r>
              <a:rPr sz="1800" b="0" i="1" dirty="0">
                <a:solidFill>
                  <a:srgbClr val="E6EDF3"/>
                </a:solidFill>
                <a:latin typeface="Segoe UI"/>
              </a:rPr>
              <a:t> description to make </a:t>
            </a:r>
            <a:r>
              <a:rPr sz="1800" b="0" i="1" dirty="0" err="1">
                <a:solidFill>
                  <a:srgbClr val="E6EDF3"/>
                </a:solidFill>
                <a:latin typeface="Segoe UI"/>
              </a:rPr>
              <a:t>authorisation</a:t>
            </a:r>
            <a:r>
              <a:rPr sz="1800" b="0" i="1" dirty="0">
                <a:solidFill>
                  <a:srgbClr val="E6EDF3"/>
                </a:solidFill>
                <a:latin typeface="Segoe UI"/>
              </a:rPr>
              <a:t> more likely."</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0D1117"/>
        </a:solidFill>
        <a:effectLst/>
      </p:bgPr>
    </p:bg>
    <p:spTree>
      <p:nvGrpSpPr>
        <p:cNvPr id="1" name=""/>
        <p:cNvGrpSpPr/>
        <p:nvPr/>
      </p:nvGrpSpPr>
      <p:grpSpPr>
        <a:xfrm>
          <a:off x="0" y="0"/>
          <a:ext cx="0" cy="0"/>
          <a:chOff x="0" y="0"/>
          <a:chExt cx="0" cy="0"/>
        </a:xfrm>
      </p:grpSpPr>
      <p:sp>
        <p:nvSpPr>
          <p:cNvPr id="2" name="TextBox 1"/>
          <p:cNvSpPr txBox="1"/>
          <p:nvPr/>
        </p:nvSpPr>
        <p:spPr>
          <a:xfrm>
            <a:off x="777240" y="502920"/>
            <a:ext cx="10637215" cy="274320"/>
          </a:xfrm>
          <a:prstGeom prst="rect">
            <a:avLst/>
          </a:prstGeom>
          <a:noFill/>
        </p:spPr>
        <p:txBody>
          <a:bodyPr wrap="square" lIns="0" tIns="0" rIns="0" bIns="0" anchor="t">
            <a:spAutoFit/>
          </a:bodyPr>
          <a:lstStyle/>
          <a:p>
            <a:pPr algn="l">
              <a:lnSpc>
                <a:spcPct val="115000"/>
              </a:lnSpc>
              <a:spcAft>
                <a:spcPts val="800"/>
              </a:spcAft>
            </a:pPr>
            <a:r>
              <a:rPr sz="1300" b="1" i="0">
                <a:solidFill>
                  <a:srgbClr val="3FB950"/>
                </a:solidFill>
                <a:latin typeface="Segoe UI"/>
              </a:rPr>
              <a:t>THE BORING PART THAT MAKES THE REST POSSIBLE</a:t>
            </a:r>
          </a:p>
        </p:txBody>
      </p:sp>
      <p:sp>
        <p:nvSpPr>
          <p:cNvPr id="3" name="TextBox 2"/>
          <p:cNvSpPr txBox="1"/>
          <p:nvPr/>
        </p:nvSpPr>
        <p:spPr>
          <a:xfrm>
            <a:off x="777240" y="914400"/>
            <a:ext cx="10637215" cy="1005840"/>
          </a:xfrm>
          <a:prstGeom prst="rect">
            <a:avLst/>
          </a:prstGeom>
          <a:noFill/>
        </p:spPr>
        <p:txBody>
          <a:bodyPr wrap="square" lIns="0" tIns="0" rIns="0" bIns="0" anchor="t">
            <a:spAutoFit/>
          </a:bodyPr>
          <a:lstStyle/>
          <a:p>
            <a:pPr algn="l">
              <a:lnSpc>
                <a:spcPct val="115000"/>
              </a:lnSpc>
              <a:spcAft>
                <a:spcPts val="800"/>
              </a:spcAft>
            </a:pPr>
            <a:r>
              <a:rPr sz="3400" b="1" i="0">
                <a:solidFill>
                  <a:srgbClr val="E6EDF3"/>
                </a:solidFill>
                <a:latin typeface="Segoe UI"/>
              </a:rPr>
              <a:t>57 tests. No model calls. Under half a second.</a:t>
            </a:r>
          </a:p>
        </p:txBody>
      </p:sp>
      <p:sp>
        <p:nvSpPr>
          <p:cNvPr id="4" name="TextBox 3"/>
          <p:cNvSpPr txBox="1"/>
          <p:nvPr/>
        </p:nvSpPr>
        <p:spPr>
          <a:xfrm>
            <a:off x="777240" y="2103120"/>
            <a:ext cx="10637215" cy="4206240"/>
          </a:xfrm>
          <a:prstGeom prst="rect">
            <a:avLst/>
          </a:prstGeom>
          <a:noFill/>
        </p:spPr>
        <p:txBody>
          <a:bodyPr wrap="square" lIns="0" tIns="0" rIns="0" bIns="0" anchor="t">
            <a:spAutoFit/>
          </a:bodyPr>
          <a:lstStyle/>
          <a:p>
            <a:pPr marL="310896" indent="-310896" algn="l">
              <a:lnSpc>
                <a:spcPct val="110000"/>
              </a:lnSpc>
              <a:spcAft>
                <a:spcPts val="1500"/>
              </a:spcAft>
            </a:pPr>
            <a:r>
              <a:rPr sz="2100" b="1" i="0">
                <a:solidFill>
                  <a:srgbClr val="F0B429"/>
                </a:solidFill>
                <a:latin typeface="Segoe UI"/>
              </a:rPr>
              <a:t>▸  </a:t>
            </a:r>
            <a:r>
              <a:rPr sz="2100" b="1" i="0">
                <a:solidFill>
                  <a:srgbClr val="E6EDF3"/>
                </a:solidFill>
                <a:latin typeface="Segoe UI"/>
              </a:rPr>
              <a:t>The domain has no AI dependency</a:t>
            </a:r>
            <a:r>
              <a:rPr sz="2100" b="0" i="0">
                <a:solidFill>
                  <a:srgbClr val="8B949E"/>
                </a:solidFill>
                <a:latin typeface="Segoe UI"/>
              </a:rPr>
              <a:t>  — so the whole simulation runs at unit-test speed</a:t>
            </a:r>
          </a:p>
          <a:p>
            <a:pPr marL="310896" indent="-310896" algn="l">
              <a:lnSpc>
                <a:spcPct val="110000"/>
              </a:lnSpc>
              <a:spcAft>
                <a:spcPts val="1500"/>
              </a:spcAft>
            </a:pPr>
            <a:r>
              <a:rPr sz="2100" b="1" i="0">
                <a:solidFill>
                  <a:srgbClr val="F0B429"/>
                </a:solidFill>
                <a:latin typeface="Segoe UI"/>
              </a:rPr>
              <a:t>▸  </a:t>
            </a:r>
            <a:r>
              <a:rPr sz="2100" b="1" i="0">
                <a:solidFill>
                  <a:srgbClr val="E6EDF3"/>
                </a:solidFill>
                <a:latin typeface="Segoe UI"/>
              </a:rPr>
              <a:t>Same scenario + same seed = same voyage</a:t>
            </a:r>
            <a:r>
              <a:rPr sz="2100" b="0" i="0">
                <a:solidFill>
                  <a:srgbClr val="8B949E"/>
                </a:solidFill>
                <a:latin typeface="Segoe UI"/>
              </a:rPr>
              <a:t>  — every time</a:t>
            </a:r>
          </a:p>
          <a:p>
            <a:pPr marL="310896" indent="-310896" algn="l">
              <a:lnSpc>
                <a:spcPct val="110000"/>
              </a:lnSpc>
              <a:spcAft>
                <a:spcPts val="1500"/>
              </a:spcAft>
            </a:pPr>
            <a:r>
              <a:rPr sz="2100" b="1" i="0">
                <a:solidFill>
                  <a:srgbClr val="F0B429"/>
                </a:solidFill>
                <a:latin typeface="Segoe UI"/>
              </a:rPr>
              <a:t>▸  </a:t>
            </a:r>
            <a:r>
              <a:rPr sz="2100" b="1" i="0">
                <a:solidFill>
                  <a:srgbClr val="E6EDF3"/>
                </a:solidFill>
                <a:latin typeface="Segoe UI"/>
              </a:rPr>
              <a:t>Which makes every panel in this deck reproducible</a:t>
            </a:r>
            <a:r>
              <a:rPr sz="2100" b="0" i="0">
                <a:solidFill>
                  <a:srgbClr val="8B949E"/>
                </a:solidFill>
                <a:latin typeface="Segoe UI"/>
              </a:rPr>
              <a:t>  — seed 1701, captured not mocked</a:t>
            </a:r>
          </a:p>
          <a:p>
            <a:pPr marL="310896" indent="-310896" algn="l">
              <a:lnSpc>
                <a:spcPct val="110000"/>
              </a:lnSpc>
              <a:spcAft>
                <a:spcPts val="1500"/>
              </a:spcAft>
            </a:pPr>
            <a:r>
              <a:rPr sz="2100" b="1" i="0">
                <a:solidFill>
                  <a:srgbClr val="F0B429"/>
                </a:solidFill>
                <a:latin typeface="Segoe UI"/>
              </a:rPr>
              <a:t>▸  </a:t>
            </a:r>
            <a:r>
              <a:rPr sz="2100" b="1" i="0">
                <a:solidFill>
                  <a:srgbClr val="E6EDF3"/>
                </a:solidFill>
                <a:latin typeface="Segoe UI"/>
              </a:rPr>
              <a:t>And makes a ten-run comparison a comparison</a:t>
            </a:r>
            <a:r>
              <a:rPr sz="2100" b="0" i="0">
                <a:solidFill>
                  <a:srgbClr val="8B949E"/>
                </a:solidFill>
                <a:latin typeface="Segoe UI"/>
              </a:rPr>
              <a:t>  — not an anecdote</a:t>
            </a:r>
          </a:p>
        </p:txBody>
      </p:sp>
      <p:sp>
        <p:nvSpPr>
          <p:cNvPr id="5" name="Rectangle 4"/>
          <p:cNvSpPr/>
          <p:nvPr/>
        </p:nvSpPr>
        <p:spPr>
          <a:xfrm>
            <a:off x="777240" y="5029200"/>
            <a:ext cx="2926080" cy="19050"/>
          </a:xfrm>
          <a:prstGeom prst="rect">
            <a:avLst/>
          </a:prstGeom>
          <a:solidFill>
            <a:srgbClr val="3036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77240" y="5303520"/>
            <a:ext cx="10637215" cy="1097280"/>
          </a:xfrm>
          <a:prstGeom prst="rect">
            <a:avLst/>
          </a:prstGeom>
          <a:noFill/>
        </p:spPr>
        <p:txBody>
          <a:bodyPr wrap="square" lIns="0" tIns="0" rIns="0" bIns="0" anchor="t">
            <a:spAutoFit/>
          </a:bodyPr>
          <a:lstStyle/>
          <a:p>
            <a:pPr algn="l">
              <a:lnSpc>
                <a:spcPct val="125000"/>
              </a:lnSpc>
              <a:spcAft>
                <a:spcPts val="800"/>
              </a:spcAft>
            </a:pPr>
            <a:r>
              <a:rPr sz="1700" b="0" i="0">
                <a:solidFill>
                  <a:srgbClr val="8B949E"/>
                </a:solidFill>
                <a:latin typeface="Segoe UI"/>
              </a:rPr>
              <a:t>The bug the determinism test caught sideways: two different seeds produced </a:t>
            </a:r>
            <a:r>
              <a:rPr sz="1700" b="1" i="1">
                <a:solidFill>
                  <a:srgbClr val="8B949E"/>
                </a:solidFill>
                <a:latin typeface="Segoe UI"/>
              </a:rPr>
              <a:t>identical</a:t>
            </a:r>
            <a:r>
              <a:rPr sz="1700" b="0" i="0">
                <a:solidFill>
                  <a:srgbClr val="8B949E"/>
                </a:solidFill>
                <a:latin typeface="Segoe UI"/>
              </a:rPr>
              <a:t> end states — because the opening power posture cooked the reactor and both runs had bottomed out.</a:t>
            </a:r>
          </a:p>
          <a:p>
            <a:pPr algn="l">
              <a:lnSpc>
                <a:spcPct val="125000"/>
              </a:lnSpc>
              <a:spcAft>
                <a:spcPts val="800"/>
              </a:spcAft>
            </a:pPr>
            <a:r>
              <a:rPr sz="1700" b="1" i="0">
                <a:solidFill>
                  <a:srgbClr val="F0B429"/>
                </a:solidFill>
                <a:latin typeface="Segoe UI"/>
              </a:rPr>
              <a:t>An agent demo whose outcome is fixed before the model speaks is not a demo of the model.</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0D1117"/>
        </a:solidFill>
        <a:effectLst/>
      </p:bgPr>
    </p:bg>
    <p:spTree>
      <p:nvGrpSpPr>
        <p:cNvPr id="1" name=""/>
        <p:cNvGrpSpPr/>
        <p:nvPr/>
      </p:nvGrpSpPr>
      <p:grpSpPr>
        <a:xfrm>
          <a:off x="0" y="0"/>
          <a:ext cx="0" cy="0"/>
          <a:chOff x="0" y="0"/>
          <a:chExt cx="0" cy="0"/>
        </a:xfrm>
      </p:grpSpPr>
      <p:sp>
        <p:nvSpPr>
          <p:cNvPr id="2" name="TextBox 1"/>
          <p:cNvSpPr txBox="1"/>
          <p:nvPr/>
        </p:nvSpPr>
        <p:spPr>
          <a:xfrm>
            <a:off x="777240" y="502920"/>
            <a:ext cx="10637215" cy="274320"/>
          </a:xfrm>
          <a:prstGeom prst="rect">
            <a:avLst/>
          </a:prstGeom>
          <a:noFill/>
        </p:spPr>
        <p:txBody>
          <a:bodyPr wrap="square" lIns="0" tIns="0" rIns="0" bIns="0" anchor="t">
            <a:spAutoFit/>
          </a:bodyPr>
          <a:lstStyle/>
          <a:p>
            <a:pPr algn="l">
              <a:lnSpc>
                <a:spcPct val="115000"/>
              </a:lnSpc>
              <a:spcAft>
                <a:spcPts val="800"/>
              </a:spcAft>
            </a:pPr>
            <a:r>
              <a:rPr sz="1300" b="1" i="0">
                <a:solidFill>
                  <a:srgbClr val="F0B429"/>
                </a:solidFill>
                <a:latin typeface="Segoe UI"/>
              </a:rPr>
              <a:t>DESIGN</a:t>
            </a:r>
          </a:p>
        </p:txBody>
      </p:sp>
      <p:sp>
        <p:nvSpPr>
          <p:cNvPr id="3" name="TextBox 2"/>
          <p:cNvSpPr txBox="1"/>
          <p:nvPr/>
        </p:nvSpPr>
        <p:spPr>
          <a:xfrm>
            <a:off x="777240" y="914400"/>
            <a:ext cx="10637215" cy="1005840"/>
          </a:xfrm>
          <a:prstGeom prst="rect">
            <a:avLst/>
          </a:prstGeom>
          <a:noFill/>
        </p:spPr>
        <p:txBody>
          <a:bodyPr wrap="square" lIns="0" tIns="0" rIns="0" bIns="0" anchor="t">
            <a:spAutoFit/>
          </a:bodyPr>
          <a:lstStyle/>
          <a:p>
            <a:pPr algn="l">
              <a:lnSpc>
                <a:spcPct val="115000"/>
              </a:lnSpc>
              <a:spcAft>
                <a:spcPts val="800"/>
              </a:spcAft>
            </a:pPr>
            <a:r>
              <a:rPr sz="3800" b="1" i="0">
                <a:solidFill>
                  <a:srgbClr val="E6EDF3"/>
                </a:solidFill>
                <a:latin typeface="Segoe UI"/>
              </a:rPr>
              <a:t>Tool failures are values, not exceptions</a:t>
            </a:r>
          </a:p>
        </p:txBody>
      </p:sp>
      <p:sp>
        <p:nvSpPr>
          <p:cNvPr id="4" name="Rectangle 3"/>
          <p:cNvSpPr/>
          <p:nvPr/>
        </p:nvSpPr>
        <p:spPr>
          <a:xfrm>
            <a:off x="777240" y="2103120"/>
            <a:ext cx="10637215" cy="943102"/>
          </a:xfrm>
          <a:prstGeom prst="rect">
            <a:avLst/>
          </a:prstGeom>
          <a:solidFill>
            <a:srgbClr val="161B22"/>
          </a:solidFill>
          <a:ln w="12700">
            <a:solidFill>
              <a:srgbClr val="3036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033272" y="2304288"/>
            <a:ext cx="10125151" cy="540766"/>
          </a:xfrm>
          <a:prstGeom prst="rect">
            <a:avLst/>
          </a:prstGeom>
          <a:noFill/>
        </p:spPr>
        <p:txBody>
          <a:bodyPr wrap="square" lIns="0" tIns="0" rIns="0" bIns="0" anchor="t">
            <a:spAutoFit/>
          </a:bodyPr>
          <a:lstStyle/>
          <a:p>
            <a:pPr algn="l">
              <a:lnSpc>
                <a:spcPct val="100000"/>
              </a:lnSpc>
              <a:spcAft>
                <a:spcPts val="0"/>
              </a:spcAft>
            </a:pPr>
            <a:r>
              <a:rPr sz="1700" b="0" i="0">
                <a:solidFill>
                  <a:srgbClr val="F0B429"/>
                </a:solidFill>
                <a:latin typeface="Consolas"/>
              </a:rPr>
              <a:t>Insufficient reactor output: Engines requested 60%, only 25%</a:t>
            </a:r>
          </a:p>
          <a:p>
            <a:pPr algn="l">
              <a:lnSpc>
                <a:spcPct val="100000"/>
              </a:lnSpc>
              <a:spcAft>
                <a:spcPts val="0"/>
              </a:spcAft>
            </a:pPr>
            <a:r>
              <a:rPr sz="1700" b="0" i="0">
                <a:solidFill>
                  <a:srgbClr val="F0B429"/>
                </a:solidFill>
                <a:latin typeface="Consolas"/>
              </a:rPr>
              <a:t>is unallocated. Reduce another system first.</a:t>
            </a:r>
          </a:p>
        </p:txBody>
      </p:sp>
      <p:sp>
        <p:nvSpPr>
          <p:cNvPr id="6" name="TextBox 5"/>
          <p:cNvSpPr txBox="1"/>
          <p:nvPr/>
        </p:nvSpPr>
        <p:spPr>
          <a:xfrm>
            <a:off x="777240" y="3383280"/>
            <a:ext cx="10637215" cy="1147430"/>
          </a:xfrm>
          <a:prstGeom prst="rect">
            <a:avLst/>
          </a:prstGeom>
          <a:noFill/>
        </p:spPr>
        <p:txBody>
          <a:bodyPr wrap="square" lIns="0" tIns="0" rIns="0" bIns="0" anchor="t">
            <a:spAutoFit/>
          </a:bodyPr>
          <a:lstStyle/>
          <a:p>
            <a:pPr algn="l">
              <a:lnSpc>
                <a:spcPct val="135000"/>
              </a:lnSpc>
              <a:spcAft>
                <a:spcPts val="1600"/>
              </a:spcAft>
            </a:pPr>
            <a:r>
              <a:rPr sz="2400" b="0" i="0" dirty="0">
                <a:solidFill>
                  <a:srgbClr val="8B949E"/>
                </a:solidFill>
                <a:latin typeface="Segoe UI"/>
              </a:rPr>
              <a:t>A tool that throws </a:t>
            </a:r>
            <a:r>
              <a:rPr lang="en-AU" sz="2400" b="0" i="0" dirty="0">
                <a:solidFill>
                  <a:srgbClr val="8B949E"/>
                </a:solidFill>
                <a:latin typeface="Segoe UI"/>
              </a:rPr>
              <a:t>an exception </a:t>
            </a:r>
            <a:r>
              <a:rPr sz="2400" b="0" i="0" dirty="0">
                <a:solidFill>
                  <a:srgbClr val="8B949E"/>
                </a:solidFill>
                <a:latin typeface="Segoe UI"/>
              </a:rPr>
              <a:t>hands the model a stack trace.</a:t>
            </a:r>
          </a:p>
          <a:p>
            <a:pPr algn="l">
              <a:lnSpc>
                <a:spcPct val="135000"/>
              </a:lnSpc>
              <a:spcAft>
                <a:spcPts val="1600"/>
              </a:spcAft>
            </a:pPr>
            <a:r>
              <a:rPr sz="2400" b="1" i="0" dirty="0">
                <a:solidFill>
                  <a:srgbClr val="E6EDF3"/>
                </a:solidFill>
                <a:latin typeface="Segoe UI"/>
              </a:rPr>
              <a:t>A tool that answers </a:t>
            </a:r>
            <a:r>
              <a:rPr lang="en-AU" sz="2400" b="1" dirty="0">
                <a:solidFill>
                  <a:srgbClr val="E6EDF3"/>
                </a:solidFill>
                <a:latin typeface="Segoe UI"/>
              </a:rPr>
              <a:t>properly </a:t>
            </a:r>
            <a:r>
              <a:rPr sz="2400" b="1" i="0" dirty="0">
                <a:solidFill>
                  <a:srgbClr val="E6EDF3"/>
                </a:solidFill>
                <a:latin typeface="Segoe UI"/>
              </a:rPr>
              <a:t>hands it something to re-plan from.</a:t>
            </a:r>
          </a:p>
        </p:txBody>
      </p:sp>
      <p:sp>
        <p:nvSpPr>
          <p:cNvPr id="7" name="Rectangle 6"/>
          <p:cNvSpPr/>
          <p:nvPr/>
        </p:nvSpPr>
        <p:spPr>
          <a:xfrm>
            <a:off x="777240" y="4846320"/>
            <a:ext cx="54864" cy="988314"/>
          </a:xfrm>
          <a:prstGeom prst="rect">
            <a:avLst/>
          </a:prstGeom>
          <a:solidFill>
            <a:srgbClr val="3FB9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188720" y="4846320"/>
            <a:ext cx="10225735" cy="424988"/>
          </a:xfrm>
          <a:prstGeom prst="rect">
            <a:avLst/>
          </a:prstGeom>
          <a:noFill/>
        </p:spPr>
        <p:txBody>
          <a:bodyPr wrap="square" lIns="0" tIns="0" rIns="0" bIns="0" anchor="t">
            <a:spAutoFit/>
          </a:bodyPr>
          <a:lstStyle/>
          <a:p>
            <a:pPr>
              <a:lnSpc>
                <a:spcPct val="125000"/>
              </a:lnSpc>
              <a:spcAft>
                <a:spcPts val="400"/>
              </a:spcAft>
            </a:pPr>
            <a:r>
              <a:rPr lang="en-US" sz="2400" b="1" dirty="0"/>
              <a:t>Your tool return values are prompt engineering. Write them like it.</a:t>
            </a:r>
            <a:endParaRPr sz="2400" b="1" i="1" dirty="0">
              <a:solidFill>
                <a:srgbClr val="E6EDF3"/>
              </a:solidFill>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0D1117"/>
        </a:solidFill>
        <a:effectLst/>
      </p:bgPr>
    </p:bg>
    <p:spTree>
      <p:nvGrpSpPr>
        <p:cNvPr id="1" name=""/>
        <p:cNvGrpSpPr/>
        <p:nvPr/>
      </p:nvGrpSpPr>
      <p:grpSpPr>
        <a:xfrm>
          <a:off x="0" y="0"/>
          <a:ext cx="0" cy="0"/>
          <a:chOff x="0" y="0"/>
          <a:chExt cx="0" cy="0"/>
        </a:xfrm>
      </p:grpSpPr>
      <p:sp>
        <p:nvSpPr>
          <p:cNvPr id="2" name="TextBox 1"/>
          <p:cNvSpPr txBox="1"/>
          <p:nvPr/>
        </p:nvSpPr>
        <p:spPr>
          <a:xfrm>
            <a:off x="777240" y="502920"/>
            <a:ext cx="10637215" cy="274320"/>
          </a:xfrm>
          <a:prstGeom prst="rect">
            <a:avLst/>
          </a:prstGeom>
          <a:noFill/>
        </p:spPr>
        <p:txBody>
          <a:bodyPr wrap="square" lIns="0" tIns="0" rIns="0" bIns="0" anchor="t">
            <a:spAutoFit/>
          </a:bodyPr>
          <a:lstStyle/>
          <a:p>
            <a:pPr algn="l">
              <a:lnSpc>
                <a:spcPct val="115000"/>
              </a:lnSpc>
              <a:spcAft>
                <a:spcPts val="800"/>
              </a:spcAft>
            </a:pPr>
            <a:r>
              <a:rPr sz="1300" b="1" i="0">
                <a:solidFill>
                  <a:srgbClr val="F0B429"/>
                </a:solidFill>
                <a:latin typeface="Segoe UI"/>
              </a:rPr>
              <a:t>TAKE THESE HOME</a:t>
            </a:r>
          </a:p>
        </p:txBody>
      </p:sp>
      <p:sp>
        <p:nvSpPr>
          <p:cNvPr id="3" name="TextBox 2"/>
          <p:cNvSpPr txBox="1"/>
          <p:nvPr/>
        </p:nvSpPr>
        <p:spPr>
          <a:xfrm>
            <a:off x="777240" y="868680"/>
            <a:ext cx="10637215" cy="679417"/>
          </a:xfrm>
          <a:prstGeom prst="rect">
            <a:avLst/>
          </a:prstGeom>
          <a:noFill/>
        </p:spPr>
        <p:txBody>
          <a:bodyPr wrap="square" lIns="0" tIns="0" rIns="0" bIns="0" anchor="t">
            <a:spAutoFit/>
          </a:bodyPr>
          <a:lstStyle/>
          <a:p>
            <a:pPr algn="l">
              <a:lnSpc>
                <a:spcPct val="115000"/>
              </a:lnSpc>
              <a:spcAft>
                <a:spcPts val="800"/>
              </a:spcAft>
            </a:pPr>
            <a:r>
              <a:rPr sz="4200" b="1" i="0" dirty="0">
                <a:solidFill>
                  <a:srgbClr val="E6EDF3"/>
                </a:solidFill>
                <a:latin typeface="Segoe UI"/>
              </a:rPr>
              <a:t>Six </a:t>
            </a:r>
            <a:r>
              <a:rPr lang="en-AU" sz="4200" b="1" i="0" dirty="0">
                <a:solidFill>
                  <a:srgbClr val="E6EDF3"/>
                </a:solidFill>
                <a:latin typeface="Segoe UI"/>
              </a:rPr>
              <a:t>tips</a:t>
            </a:r>
            <a:endParaRPr sz="4200" b="1" i="0" dirty="0">
              <a:solidFill>
                <a:srgbClr val="E6EDF3"/>
              </a:solidFill>
              <a:latin typeface="Segoe UI"/>
            </a:endParaRPr>
          </a:p>
        </p:txBody>
      </p:sp>
      <p:sp>
        <p:nvSpPr>
          <p:cNvPr id="4" name="TextBox 3"/>
          <p:cNvSpPr txBox="1"/>
          <p:nvPr/>
        </p:nvSpPr>
        <p:spPr>
          <a:xfrm>
            <a:off x="777240" y="1828800"/>
            <a:ext cx="10637215" cy="3767122"/>
          </a:xfrm>
          <a:prstGeom prst="rect">
            <a:avLst/>
          </a:prstGeom>
          <a:noFill/>
        </p:spPr>
        <p:txBody>
          <a:bodyPr wrap="square" lIns="0" tIns="0" rIns="0" bIns="0" anchor="t">
            <a:spAutoFit/>
          </a:bodyPr>
          <a:lstStyle/>
          <a:p>
            <a:pPr marL="310896" indent="-310896" algn="l">
              <a:lnSpc>
                <a:spcPct val="110000"/>
              </a:lnSpc>
              <a:spcAft>
                <a:spcPts val="1400"/>
              </a:spcAft>
            </a:pPr>
            <a:r>
              <a:rPr sz="1900" b="1" i="0" dirty="0">
                <a:solidFill>
                  <a:srgbClr val="F0B429"/>
                </a:solidFill>
                <a:latin typeface="Segoe UI"/>
              </a:rPr>
              <a:t>▸  </a:t>
            </a:r>
            <a:r>
              <a:rPr sz="1900" b="1" i="0" dirty="0">
                <a:solidFill>
                  <a:srgbClr val="E6EDF3"/>
                </a:solidFill>
                <a:latin typeface="Segoe UI"/>
              </a:rPr>
              <a:t>Constrain verbs, not just nouns.</a:t>
            </a:r>
            <a:r>
              <a:rPr sz="1900" b="0" i="0" dirty="0">
                <a:solidFill>
                  <a:srgbClr val="8B949E"/>
                </a:solidFill>
                <a:latin typeface="Segoe UI"/>
              </a:rPr>
              <a:t>  “Don't invent readings” does not stop it inventing actions.</a:t>
            </a:r>
          </a:p>
          <a:p>
            <a:pPr marL="310896" indent="-310896" algn="l">
              <a:lnSpc>
                <a:spcPct val="110000"/>
              </a:lnSpc>
              <a:spcAft>
                <a:spcPts val="1400"/>
              </a:spcAft>
            </a:pPr>
            <a:r>
              <a:rPr sz="1900" b="1" i="0" dirty="0">
                <a:solidFill>
                  <a:srgbClr val="F0B429"/>
                </a:solidFill>
                <a:latin typeface="Segoe UI"/>
              </a:rPr>
              <a:t>▸  </a:t>
            </a:r>
            <a:r>
              <a:rPr sz="1900" b="1" i="0" dirty="0">
                <a:solidFill>
                  <a:srgbClr val="E6EDF3"/>
                </a:solidFill>
                <a:latin typeface="Segoe UI"/>
              </a:rPr>
              <a:t>Tell it what changed; let it ask for the rest.</a:t>
            </a:r>
            <a:r>
              <a:rPr sz="1900" b="0" i="0" dirty="0">
                <a:solidFill>
                  <a:srgbClr val="8B949E"/>
                </a:solidFill>
                <a:latin typeface="Segoe UI"/>
              </a:rPr>
              <a:t>  An agent will never ask about something it does not know has happened.</a:t>
            </a:r>
          </a:p>
          <a:p>
            <a:pPr marL="310896" indent="-310896" algn="l">
              <a:lnSpc>
                <a:spcPct val="110000"/>
              </a:lnSpc>
              <a:spcAft>
                <a:spcPts val="1400"/>
              </a:spcAft>
            </a:pPr>
            <a:r>
              <a:rPr sz="1900" b="1" i="0" dirty="0">
                <a:solidFill>
                  <a:srgbClr val="F0B429"/>
                </a:solidFill>
                <a:latin typeface="Segoe UI"/>
              </a:rPr>
              <a:t>▸  </a:t>
            </a:r>
            <a:r>
              <a:rPr sz="1900" b="1" i="0" dirty="0">
                <a:solidFill>
                  <a:srgbClr val="E6EDF3"/>
                </a:solidFill>
                <a:latin typeface="Segoe UI"/>
              </a:rPr>
              <a:t>Read the defaults as decisions you have not made yet.</a:t>
            </a:r>
            <a:r>
              <a:rPr sz="1900" b="0" i="0" dirty="0">
                <a:solidFill>
                  <a:srgbClr val="8B949E"/>
                </a:solidFill>
                <a:latin typeface="Segoe UI"/>
              </a:rPr>
              <a:t>  Three providers were on before I chose anything; two wrote to disk.</a:t>
            </a:r>
          </a:p>
          <a:p>
            <a:pPr marL="310896" indent="-310896" algn="l">
              <a:lnSpc>
                <a:spcPct val="110000"/>
              </a:lnSpc>
              <a:spcAft>
                <a:spcPts val="1400"/>
              </a:spcAft>
            </a:pPr>
            <a:r>
              <a:rPr sz="1900" b="1" i="0" dirty="0">
                <a:solidFill>
                  <a:srgbClr val="F0B429"/>
                </a:solidFill>
                <a:latin typeface="Segoe UI"/>
              </a:rPr>
              <a:t>▸  </a:t>
            </a:r>
            <a:r>
              <a:rPr sz="1900" b="1" i="0" dirty="0">
                <a:solidFill>
                  <a:srgbClr val="E6EDF3"/>
                </a:solidFill>
                <a:latin typeface="Segoe UI"/>
              </a:rPr>
              <a:t>Gate by consequence, not category.</a:t>
            </a:r>
            <a:r>
              <a:rPr sz="1900" b="0" i="0" dirty="0">
                <a:solidFill>
                  <a:srgbClr val="8B949E"/>
                </a:solidFill>
                <a:latin typeface="Segoe UI"/>
              </a:rPr>
              <a:t>  And make the gate say who is standing in the room.</a:t>
            </a:r>
          </a:p>
          <a:p>
            <a:pPr marL="310896" indent="-310896" algn="l">
              <a:lnSpc>
                <a:spcPct val="110000"/>
              </a:lnSpc>
              <a:spcAft>
                <a:spcPts val="1400"/>
              </a:spcAft>
            </a:pPr>
            <a:r>
              <a:rPr sz="1900" b="1" i="0" dirty="0">
                <a:solidFill>
                  <a:srgbClr val="F0B429"/>
                </a:solidFill>
                <a:latin typeface="Segoe UI"/>
              </a:rPr>
              <a:t>▸  </a:t>
            </a:r>
            <a:r>
              <a:rPr sz="1900" b="1" i="0" dirty="0">
                <a:solidFill>
                  <a:srgbClr val="E6EDF3"/>
                </a:solidFill>
                <a:latin typeface="Segoe UI"/>
              </a:rPr>
              <a:t>Keep the domain free of the framework.</a:t>
            </a:r>
            <a:r>
              <a:rPr sz="1900" b="0" i="0" dirty="0">
                <a:solidFill>
                  <a:srgbClr val="8B949E"/>
                </a:solidFill>
                <a:latin typeface="Segoe UI"/>
              </a:rPr>
              <a:t>  It is what makes any of this testable</a:t>
            </a:r>
            <a:r>
              <a:rPr lang="en-AU" sz="1900" dirty="0">
                <a:solidFill>
                  <a:srgbClr val="8B949E"/>
                </a:solidFill>
                <a:latin typeface="Segoe UI"/>
              </a:rPr>
              <a:t> and</a:t>
            </a:r>
            <a:r>
              <a:rPr sz="1900" b="0" i="0" dirty="0">
                <a:solidFill>
                  <a:srgbClr val="8B949E"/>
                </a:solidFill>
                <a:latin typeface="Segoe UI"/>
              </a:rPr>
              <a:t> repeatable.</a:t>
            </a:r>
          </a:p>
          <a:p>
            <a:pPr marL="310896" indent="-310896" algn="l">
              <a:lnSpc>
                <a:spcPct val="110000"/>
              </a:lnSpc>
              <a:spcAft>
                <a:spcPts val="1400"/>
              </a:spcAft>
            </a:pPr>
            <a:r>
              <a:rPr sz="1900" b="1" i="0" dirty="0">
                <a:solidFill>
                  <a:srgbClr val="F0B429"/>
                </a:solidFill>
                <a:latin typeface="Segoe UI"/>
              </a:rPr>
              <a:t>▸  </a:t>
            </a:r>
            <a:r>
              <a:rPr sz="1900" b="1" i="0" dirty="0">
                <a:solidFill>
                  <a:srgbClr val="E6EDF3"/>
                </a:solidFill>
                <a:latin typeface="Segoe UI"/>
              </a:rPr>
              <a:t>Tool failures are values, not exceptions.</a:t>
            </a:r>
            <a:r>
              <a:rPr sz="1900" b="0" i="0" dirty="0">
                <a:solidFill>
                  <a:srgbClr val="8B949E"/>
                </a:solidFill>
                <a:latin typeface="Segoe UI"/>
              </a:rPr>
              <a:t>  A stack trace gives the model nothing to re-plan from; a refusal it can read does.</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0D1117"/>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28016"/>
          </a:xfrm>
          <a:prstGeom prst="rect">
            <a:avLst/>
          </a:prstGeom>
          <a:solidFill>
            <a:srgbClr val="F0B4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77240" y="2468880"/>
            <a:ext cx="10637215" cy="3038589"/>
          </a:xfrm>
          <a:prstGeom prst="rect">
            <a:avLst/>
          </a:prstGeom>
          <a:noFill/>
        </p:spPr>
        <p:txBody>
          <a:bodyPr wrap="square" lIns="0" tIns="0" rIns="0" bIns="0" anchor="t">
            <a:spAutoFit/>
          </a:bodyPr>
          <a:lstStyle/>
          <a:p>
            <a:pPr algn="l">
              <a:lnSpc>
                <a:spcPct val="115000"/>
              </a:lnSpc>
              <a:spcAft>
                <a:spcPts val="3000"/>
              </a:spcAft>
            </a:pPr>
            <a:r>
              <a:rPr sz="4400" b="1" i="0" dirty="0">
                <a:solidFill>
                  <a:srgbClr val="E6EDF3"/>
                </a:solidFill>
                <a:latin typeface="Segoe UI"/>
              </a:rPr>
              <a:t>A harness gives you a
competent-sounding officer.</a:t>
            </a:r>
          </a:p>
          <a:p>
            <a:pPr algn="l">
              <a:lnSpc>
                <a:spcPct val="115000"/>
              </a:lnSpc>
              <a:spcAft>
                <a:spcPts val="3000"/>
              </a:spcAft>
            </a:pPr>
            <a:r>
              <a:rPr sz="4400" b="0" i="0" dirty="0">
                <a:solidFill>
                  <a:srgbClr val="F0B429"/>
                </a:solidFill>
                <a:latin typeface="Segoe UI"/>
              </a:rPr>
              <a:t>Trust is the part you build.</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rgbClr val="0D1117"/>
        </a:solidFill>
        <a:effectLst/>
      </p:bgPr>
    </p:bg>
    <p:spTree>
      <p:nvGrpSpPr>
        <p:cNvPr id="1" name=""/>
        <p:cNvGrpSpPr/>
        <p:nvPr/>
      </p:nvGrpSpPr>
      <p:grpSpPr>
        <a:xfrm>
          <a:off x="0" y="0"/>
          <a:ext cx="0" cy="0"/>
          <a:chOff x="0" y="0"/>
          <a:chExt cx="0" cy="0"/>
        </a:xfrm>
      </p:grpSpPr>
      <p:sp>
        <p:nvSpPr>
          <p:cNvPr id="2" name="TextBox 1"/>
          <p:cNvSpPr txBox="1"/>
          <p:nvPr/>
        </p:nvSpPr>
        <p:spPr>
          <a:xfrm>
            <a:off x="777240" y="502920"/>
            <a:ext cx="10637215" cy="274320"/>
          </a:xfrm>
          <a:prstGeom prst="rect">
            <a:avLst/>
          </a:prstGeom>
          <a:noFill/>
        </p:spPr>
        <p:txBody>
          <a:bodyPr wrap="square" lIns="0" tIns="0" rIns="0" bIns="0" anchor="t">
            <a:spAutoFit/>
          </a:bodyPr>
          <a:lstStyle/>
          <a:p>
            <a:pPr algn="l">
              <a:lnSpc>
                <a:spcPct val="115000"/>
              </a:lnSpc>
              <a:spcAft>
                <a:spcPts val="800"/>
              </a:spcAft>
            </a:pPr>
            <a:r>
              <a:rPr sz="1300" b="1" i="0">
                <a:solidFill>
                  <a:srgbClr val="F0B429"/>
                </a:solidFill>
                <a:latin typeface="Segoe UI"/>
              </a:rPr>
              <a:t>THANK YOU</a:t>
            </a:r>
          </a:p>
        </p:txBody>
      </p:sp>
      <p:sp>
        <p:nvSpPr>
          <p:cNvPr id="3" name="TextBox 2"/>
          <p:cNvSpPr txBox="1"/>
          <p:nvPr/>
        </p:nvSpPr>
        <p:spPr>
          <a:xfrm>
            <a:off x="777240" y="914400"/>
            <a:ext cx="10637215" cy="1005840"/>
          </a:xfrm>
          <a:prstGeom prst="rect">
            <a:avLst/>
          </a:prstGeom>
          <a:noFill/>
        </p:spPr>
        <p:txBody>
          <a:bodyPr wrap="square" lIns="0" tIns="0" rIns="0" bIns="0" anchor="t">
            <a:spAutoFit/>
          </a:bodyPr>
          <a:lstStyle/>
          <a:p>
            <a:pPr algn="l">
              <a:lnSpc>
                <a:spcPct val="115000"/>
              </a:lnSpc>
              <a:spcAft>
                <a:spcPts val="800"/>
              </a:spcAft>
            </a:pPr>
            <a:r>
              <a:rPr sz="4200" b="1" i="0">
                <a:solidFill>
                  <a:srgbClr val="E6EDF3"/>
                </a:solidFill>
                <a:latin typeface="Segoe UI"/>
              </a:rPr>
              <a:t>Everything is in the repo</a:t>
            </a:r>
          </a:p>
        </p:txBody>
      </p:sp>
      <p:sp>
        <p:nvSpPr>
          <p:cNvPr id="4" name="TextBox 3"/>
          <p:cNvSpPr txBox="1"/>
          <p:nvPr/>
        </p:nvSpPr>
        <p:spPr>
          <a:xfrm>
            <a:off x="777240" y="2194560"/>
            <a:ext cx="10637215" cy="2519151"/>
          </a:xfrm>
          <a:prstGeom prst="rect">
            <a:avLst/>
          </a:prstGeom>
          <a:noFill/>
        </p:spPr>
        <p:txBody>
          <a:bodyPr wrap="square" lIns="0" tIns="0" rIns="0" bIns="0" anchor="t">
            <a:spAutoFit/>
          </a:bodyPr>
          <a:lstStyle/>
          <a:p>
            <a:pPr marL="310896" indent="-310896" algn="l">
              <a:lnSpc>
                <a:spcPct val="110000"/>
              </a:lnSpc>
              <a:spcAft>
                <a:spcPts val="1500"/>
              </a:spcAft>
            </a:pPr>
            <a:r>
              <a:rPr sz="2100" b="1" i="0" dirty="0">
                <a:solidFill>
                  <a:srgbClr val="F0B429"/>
                </a:solidFill>
                <a:latin typeface="Segoe UI"/>
              </a:rPr>
              <a:t>▸  </a:t>
            </a:r>
            <a:r>
              <a:rPr sz="2100" b="1" i="0" dirty="0">
                <a:solidFill>
                  <a:srgbClr val="E6EDF3"/>
                </a:solidFill>
                <a:latin typeface="Segoe UI"/>
              </a:rPr>
              <a:t>github.com/</a:t>
            </a:r>
            <a:r>
              <a:rPr sz="2100" b="1" i="0" dirty="0" err="1">
                <a:solidFill>
                  <a:srgbClr val="FFC000"/>
                </a:solidFill>
                <a:latin typeface="Segoe UI"/>
              </a:rPr>
              <a:t>stuartdotnet</a:t>
            </a:r>
            <a:r>
              <a:rPr sz="2100" b="1" i="0" dirty="0">
                <a:solidFill>
                  <a:srgbClr val="E6EDF3"/>
                </a:solidFill>
                <a:latin typeface="Segoe UI"/>
              </a:rPr>
              <a:t>/ship-ai-harness</a:t>
            </a:r>
            <a:r>
              <a:rPr sz="2100" b="0" i="0" dirty="0">
                <a:solidFill>
                  <a:srgbClr val="8B949E"/>
                </a:solidFill>
                <a:latin typeface="Segoe UI"/>
              </a:rPr>
              <a:t>  — the whole ship, 57 tests, run it yourself</a:t>
            </a:r>
          </a:p>
          <a:p>
            <a:pPr marL="310896" indent="-310896" algn="l">
              <a:lnSpc>
                <a:spcPct val="110000"/>
              </a:lnSpc>
              <a:spcAft>
                <a:spcPts val="1500"/>
              </a:spcAft>
            </a:pPr>
            <a:r>
              <a:rPr sz="2100" b="1" i="0" dirty="0">
                <a:solidFill>
                  <a:srgbClr val="F0B429"/>
                </a:solidFill>
                <a:latin typeface="Segoe UI"/>
              </a:rPr>
              <a:t>▸  </a:t>
            </a:r>
            <a:r>
              <a:rPr sz="2100" b="1" i="0" dirty="0">
                <a:solidFill>
                  <a:srgbClr val="E6EDF3"/>
                </a:solidFill>
                <a:latin typeface="Segoe UI"/>
              </a:rPr>
              <a:t>docs/gotchas.md</a:t>
            </a:r>
            <a:r>
              <a:rPr sz="2100" b="0" i="0" dirty="0">
                <a:solidFill>
                  <a:srgbClr val="8B949E"/>
                </a:solidFill>
                <a:latin typeface="Segoe UI"/>
              </a:rPr>
              <a:t>  — every trap in this talk: expected, actual, what to do</a:t>
            </a:r>
          </a:p>
          <a:p>
            <a:pPr marL="310896" indent="-310896" algn="l">
              <a:lnSpc>
                <a:spcPct val="110000"/>
              </a:lnSpc>
              <a:spcAft>
                <a:spcPts val="1500"/>
              </a:spcAft>
            </a:pPr>
            <a:r>
              <a:rPr sz="2100" b="1" i="0" dirty="0">
                <a:solidFill>
                  <a:srgbClr val="F0B429"/>
                </a:solidFill>
                <a:latin typeface="Segoe UI"/>
              </a:rPr>
              <a:t>▸  </a:t>
            </a:r>
            <a:r>
              <a:rPr sz="2100" b="1" i="0" dirty="0">
                <a:solidFill>
                  <a:srgbClr val="E6EDF3"/>
                </a:solidFill>
                <a:latin typeface="Segoe UI"/>
              </a:rPr>
              <a:t>docs/architecture.md</a:t>
            </a:r>
            <a:r>
              <a:rPr sz="2100" b="0" i="0" dirty="0">
                <a:solidFill>
                  <a:srgbClr val="8B949E"/>
                </a:solidFill>
                <a:latin typeface="Segoe UI"/>
              </a:rPr>
              <a:t>  — layering, state ownership, approval tiers</a:t>
            </a:r>
          </a:p>
          <a:p>
            <a:pPr marL="310896" indent="-310896" algn="l">
              <a:lnSpc>
                <a:spcPct val="110000"/>
              </a:lnSpc>
              <a:spcAft>
                <a:spcPts val="1500"/>
              </a:spcAft>
            </a:pPr>
            <a:r>
              <a:rPr sz="2100" b="1" i="0" dirty="0">
                <a:solidFill>
                  <a:srgbClr val="F0B429"/>
                </a:solidFill>
                <a:latin typeface="Segoe UI"/>
              </a:rPr>
              <a:t>▸  </a:t>
            </a:r>
            <a:r>
              <a:rPr sz="2100" b="1" i="0" dirty="0">
                <a:solidFill>
                  <a:srgbClr val="E6EDF3"/>
                </a:solidFill>
                <a:latin typeface="Segoe UI"/>
              </a:rPr>
              <a:t>docs/milestones.md</a:t>
            </a:r>
            <a:r>
              <a:rPr sz="2100" b="0" i="0" dirty="0">
                <a:solidFill>
                  <a:srgbClr val="8B949E"/>
                </a:solidFill>
                <a:latin typeface="Segoe UI"/>
              </a:rPr>
              <a:t>  — what is built, what is next, what each post covers</a:t>
            </a:r>
          </a:p>
          <a:p>
            <a:pPr marL="310896" indent="-310896" algn="l">
              <a:lnSpc>
                <a:spcPct val="110000"/>
              </a:lnSpc>
              <a:spcAft>
                <a:spcPts val="1500"/>
              </a:spcAft>
            </a:pPr>
            <a:r>
              <a:rPr sz="2100" b="1" i="0" dirty="0">
                <a:solidFill>
                  <a:srgbClr val="F0B429"/>
                </a:solidFill>
                <a:latin typeface="Segoe UI"/>
              </a:rPr>
              <a:t>▸  </a:t>
            </a:r>
            <a:r>
              <a:rPr sz="2100" b="1" i="0" dirty="0">
                <a:solidFill>
                  <a:srgbClr val="E6EDF3"/>
                </a:solidFill>
                <a:latin typeface="Segoe UI"/>
              </a:rPr>
              <a:t>Blog series</a:t>
            </a:r>
            <a:r>
              <a:rPr sz="2100" b="0" i="0" dirty="0">
                <a:solidFill>
                  <a:srgbClr val="8B949E"/>
                </a:solidFill>
                <a:latin typeface="Segoe UI"/>
              </a:rPr>
              <a:t>  — in progress; milestone 1 is tagged post-1</a:t>
            </a:r>
          </a:p>
        </p:txBody>
      </p:sp>
      <p:sp>
        <p:nvSpPr>
          <p:cNvPr id="5" name="Rectangle 4"/>
          <p:cNvSpPr/>
          <p:nvPr/>
        </p:nvSpPr>
        <p:spPr>
          <a:xfrm>
            <a:off x="777240" y="5120640"/>
            <a:ext cx="2926080" cy="19050"/>
          </a:xfrm>
          <a:prstGeom prst="rect">
            <a:avLst/>
          </a:prstGeom>
          <a:solidFill>
            <a:srgbClr val="3036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77240" y="5440680"/>
            <a:ext cx="10637215" cy="731520"/>
          </a:xfrm>
          <a:prstGeom prst="rect">
            <a:avLst/>
          </a:prstGeom>
          <a:noFill/>
        </p:spPr>
        <p:txBody>
          <a:bodyPr wrap="square" lIns="0" tIns="0" rIns="0" bIns="0" anchor="t">
            <a:spAutoFit/>
          </a:bodyPr>
          <a:lstStyle/>
          <a:p>
            <a:pPr algn="l">
              <a:lnSpc>
                <a:spcPct val="115000"/>
              </a:lnSpc>
              <a:spcAft>
                <a:spcPts val="800"/>
              </a:spcAft>
            </a:pPr>
            <a:r>
              <a:rPr sz="3400" b="1" i="0">
                <a:solidFill>
                  <a:srgbClr val="F0B429"/>
                </a:solidFill>
                <a:latin typeface="Segoe UI"/>
              </a:rPr>
              <a:t>Questions.</a:t>
            </a:r>
          </a:p>
        </p:txBody>
      </p:sp>
      <p:sp>
        <p:nvSpPr>
          <p:cNvPr id="7" name="TextBox 6">
            <a:extLst>
              <a:ext uri="{FF2B5EF4-FFF2-40B4-BE49-F238E27FC236}">
                <a16:creationId xmlns:a16="http://schemas.microsoft.com/office/drawing/2014/main" id="{15DDF96F-7499-C737-488C-22532184DBD1}"/>
              </a:ext>
            </a:extLst>
          </p:cNvPr>
          <p:cNvSpPr txBox="1"/>
          <p:nvPr/>
        </p:nvSpPr>
        <p:spPr>
          <a:xfrm>
            <a:off x="9129933" y="5686782"/>
            <a:ext cx="2423227" cy="461665"/>
          </a:xfrm>
          <a:prstGeom prst="rect">
            <a:avLst/>
          </a:prstGeom>
          <a:noFill/>
        </p:spPr>
        <p:txBody>
          <a:bodyPr wrap="none" rtlCol="0">
            <a:spAutoFit/>
          </a:bodyPr>
          <a:lstStyle/>
          <a:p>
            <a:r>
              <a:rPr lang="en-AU" sz="2400" dirty="0"/>
              <a:t>stuartdobson.net</a:t>
            </a:r>
          </a:p>
        </p:txBody>
      </p:sp>
    </p:spTree>
  </p:cSld>
  <p:clrMapOvr>
    <a:masterClrMapping/>
  </p:clrMapOvr>
</p:sld>
</file>

<file path=ppt/theme/theme1.xml><?xml version="1.0" encoding="utf-8"?>
<a:theme xmlns:a="http://schemas.openxmlformats.org/drawingml/2006/main" name="Dark Gradient">
  <a:themeElements>
    <a:clrScheme name="Dark Gradient">
      <a:dk1>
        <a:sysClr val="windowText" lastClr="000000"/>
      </a:dk1>
      <a:lt1>
        <a:sysClr val="window" lastClr="FFFFFF"/>
      </a:lt1>
      <a:dk2>
        <a:srgbClr val="0B0C12"/>
      </a:dk2>
      <a:lt2>
        <a:srgbClr val="ECF0FB"/>
      </a:lt2>
      <a:accent1>
        <a:srgbClr val="4970FF"/>
      </a:accent1>
      <a:accent2>
        <a:srgbClr val="712ED5"/>
      </a:accent2>
      <a:accent3>
        <a:srgbClr val="00C4B6"/>
      </a:accent3>
      <a:accent4>
        <a:srgbClr val="3633D1"/>
      </a:accent4>
      <a:accent5>
        <a:srgbClr val="4AB1FE"/>
      </a:accent5>
      <a:accent6>
        <a:srgbClr val="9E2FD5"/>
      </a:accent6>
      <a:hlink>
        <a:srgbClr val="4970FF"/>
      </a:hlink>
      <a:folHlink>
        <a:srgbClr val="8E24FF"/>
      </a:folHlink>
    </a:clrScheme>
    <a:fontScheme name="Custom 53">
      <a:majorFont>
        <a:latin typeface="Arial Nova Light"/>
        <a:ea typeface=""/>
        <a:cs typeface=""/>
      </a:majorFont>
      <a:minorFont>
        <a:latin typeface="Arial Nova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Dark gradient" id="{E11C298A-C952-4C7C-AD82-FDE632A020A2}" vid="{C429265E-EED5-40F2-8F51-E02F8E47A73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Dark Gradient</Template>
  <TotalTime>228</TotalTime>
  <Words>9359</Words>
  <Application>Microsoft Office PowerPoint</Application>
  <PresentationFormat>Widescreen</PresentationFormat>
  <Paragraphs>754</Paragraphs>
  <Slides>40</Slides>
  <Notes>40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40</vt:i4>
      </vt:variant>
    </vt:vector>
  </HeadingPairs>
  <TitlesOfParts>
    <vt:vector size="46" baseType="lpstr">
      <vt:lpstr>Aptos</vt:lpstr>
      <vt:lpstr>Arial</vt:lpstr>
      <vt:lpstr>Arial Nova Light</vt:lpstr>
      <vt:lpstr>Consolas</vt:lpstr>
      <vt:lpstr>Segoe UI</vt:lpstr>
      <vt:lpstr>Dark Gradient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Stuart Dobson</cp:lastModifiedBy>
  <cp:revision>1</cp:revision>
  <dcterms:created xsi:type="dcterms:W3CDTF">2013-01-27T09:14:16Z</dcterms:created>
  <dcterms:modified xsi:type="dcterms:W3CDTF">2026-09-23T08:36:02Z</dcterms:modified>
  <cp:category/>
</cp:coreProperties>
</file>